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5" r:id="rId7"/>
    <p:sldId id="322" r:id="rId8"/>
    <p:sldId id="263" r:id="rId9"/>
    <p:sldId id="264" r:id="rId10"/>
    <p:sldId id="323" r:id="rId11"/>
    <p:sldId id="324" r:id="rId12"/>
    <p:sldId id="325" r:id="rId13"/>
    <p:sldId id="326" r:id="rId14"/>
    <p:sldId id="327" r:id="rId15"/>
    <p:sldId id="328" r:id="rId16"/>
    <p:sldId id="32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7C400B-CAA3-4BBC-9FE7-CBB42F5F6B78}" v="49" dt="2025-10-30T15:33:28.8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7E73F87-3CB8-49A4-8B82-AFB1584F2E12}" type="doc">
      <dgm:prSet loTypeId="urn:microsoft.com/office/officeart/2005/8/layout/bProcess3#1" loCatId="process" qsTypeId="urn:microsoft.com/office/officeart/2005/8/quickstyle/simple2#1" qsCatId="simple" csTypeId="urn:microsoft.com/office/officeart/2005/8/colors/accent1_2#1" csCatId="accent1" phldr="1"/>
      <dgm:spPr/>
      <dgm:t>
        <a:bodyPr/>
        <a:lstStyle/>
        <a:p>
          <a:endParaRPr lang="en-IN"/>
        </a:p>
      </dgm:t>
    </dgm:pt>
    <dgm:pt modelId="{A9BFCDE7-AB44-440F-9D62-2A46796542D1}">
      <dgm:prSet phldrT="[Text]" phldr="0" custT="1"/>
      <dgm:spPr>
        <a:solidFill>
          <a:schemeClr val="bg1"/>
        </a:solidFill>
        <a:ln>
          <a:solidFill>
            <a:schemeClr val="accent1"/>
          </a:solidFill>
        </a:ln>
      </dgm:spPr>
      <dgm:t>
        <a:bodyPr vert="horz" wrap="square"/>
        <a:lstStyle/>
        <a:p>
          <a:pPr>
            <a:lnSpc>
              <a:spcPct val="100000"/>
            </a:lnSpc>
            <a:spcBef>
              <a:spcPct val="0"/>
            </a:spcBef>
            <a:spcAft>
              <a:spcPct val="35000"/>
            </a:spcAft>
          </a:pPr>
          <a:r>
            <a:rPr lang="en-US" sz="1800" b="1" dirty="0">
              <a:solidFill>
                <a:schemeClr val="tx1"/>
              </a:solidFill>
              <a:latin typeface="Times New Roman" panose="02020603050405020304" pitchFamily="18" charset="0"/>
              <a:cs typeface="Times New Roman" panose="02020603050405020304" pitchFamily="18" charset="0"/>
            </a:rPr>
            <a:t>Raw Materials Procurement</a:t>
          </a:r>
          <a:endParaRPr lang="en-IN" sz="1800" b="1" dirty="0">
            <a:solidFill>
              <a:schemeClr val="tx1"/>
            </a:solidFill>
            <a:latin typeface="Times New Roman" panose="02020603050405020304" pitchFamily="18" charset="0"/>
            <a:cs typeface="Times New Roman" panose="02020603050405020304" pitchFamily="18" charset="0"/>
          </a:endParaRPr>
        </a:p>
      </dgm:t>
    </dgm:pt>
    <dgm:pt modelId="{A08252CC-2D4A-4A0E-8F5E-EF857059213B}" type="parTrans" cxnId="{7BCBEA15-3219-4EA3-A888-454D2B2015D6}">
      <dgm:prSet/>
      <dgm:spPr/>
      <dgm:t>
        <a:bodyPr/>
        <a:lstStyle/>
        <a:p>
          <a:endParaRPr lang="en-IN">
            <a:solidFill>
              <a:schemeClr val="tx1"/>
            </a:solidFill>
          </a:endParaRPr>
        </a:p>
      </dgm:t>
    </dgm:pt>
    <dgm:pt modelId="{D3C62A6D-B826-48CF-AFE1-89F14B285E40}" type="sibTrans" cxnId="{7BCBEA15-3219-4EA3-A888-454D2B2015D6}">
      <dgm:prSet/>
      <dgm:spPr/>
      <dgm:t>
        <a:bodyPr/>
        <a:lstStyle/>
        <a:p>
          <a:endParaRPr lang="en-IN" dirty="0">
            <a:solidFill>
              <a:schemeClr val="tx1"/>
            </a:solidFill>
          </a:endParaRPr>
        </a:p>
      </dgm:t>
    </dgm:pt>
    <dgm:pt modelId="{5E891942-5BBA-4EED-9847-12B5778098BE}">
      <dgm:prSet phldrT="[Text]" phldr="0" custT="1"/>
      <dgm:spPr>
        <a:solidFill>
          <a:schemeClr val="bg1"/>
        </a:solidFill>
        <a:ln>
          <a:solidFill>
            <a:schemeClr val="accent1"/>
          </a:solidFill>
        </a:ln>
      </dgm:spPr>
      <dgm:t>
        <a:bodyPr vert="horz" wrap="square"/>
        <a:lstStyle/>
        <a:p>
          <a:pPr>
            <a:lnSpc>
              <a:spcPct val="100000"/>
            </a:lnSpc>
            <a:spcBef>
              <a:spcPct val="0"/>
            </a:spcBef>
            <a:spcAft>
              <a:spcPct val="35000"/>
            </a:spcAft>
          </a:pPr>
          <a:r>
            <a:rPr lang="en-US" sz="1800" b="1" dirty="0">
              <a:solidFill>
                <a:schemeClr val="tx1"/>
              </a:solidFill>
              <a:latin typeface="Times New Roman" panose="02020603050405020304" pitchFamily="18" charset="0"/>
              <a:cs typeface="Times New Roman" panose="02020603050405020304" pitchFamily="18" charset="0"/>
            </a:rPr>
            <a:t>Properties tests on Materials</a:t>
          </a:r>
          <a:endParaRPr lang="en-IN" sz="1800" b="1" dirty="0">
            <a:solidFill>
              <a:schemeClr val="tx1"/>
            </a:solidFill>
            <a:latin typeface="Times New Roman" panose="02020603050405020304" pitchFamily="18" charset="0"/>
            <a:cs typeface="Times New Roman" panose="02020603050405020304" pitchFamily="18" charset="0"/>
          </a:endParaRPr>
        </a:p>
      </dgm:t>
    </dgm:pt>
    <dgm:pt modelId="{8F9438F0-4699-4B0D-8BA2-6FBC49EA3027}" type="parTrans" cxnId="{13F72381-97F0-45FA-A19A-0A228778E2C5}">
      <dgm:prSet/>
      <dgm:spPr/>
      <dgm:t>
        <a:bodyPr/>
        <a:lstStyle/>
        <a:p>
          <a:endParaRPr lang="en-IN">
            <a:solidFill>
              <a:schemeClr val="tx1"/>
            </a:solidFill>
          </a:endParaRPr>
        </a:p>
      </dgm:t>
    </dgm:pt>
    <dgm:pt modelId="{7C15C721-5786-401D-AFB2-031E49C3C554}" type="sibTrans" cxnId="{13F72381-97F0-45FA-A19A-0A228778E2C5}">
      <dgm:prSet/>
      <dgm:spPr/>
      <dgm:t>
        <a:bodyPr/>
        <a:lstStyle/>
        <a:p>
          <a:endParaRPr lang="en-IN" dirty="0">
            <a:solidFill>
              <a:schemeClr val="tx1"/>
            </a:solidFill>
          </a:endParaRPr>
        </a:p>
      </dgm:t>
    </dgm:pt>
    <dgm:pt modelId="{10C5E8D6-5FDE-4648-BEA2-2721B18885F3}">
      <dgm:prSet phldrT="[Text]" phldr="0" custT="1"/>
      <dgm:spPr>
        <a:solidFill>
          <a:schemeClr val="bg1"/>
        </a:solidFill>
        <a:ln>
          <a:solidFill>
            <a:schemeClr val="accent1"/>
          </a:solidFill>
        </a:ln>
      </dgm:spPr>
      <dgm:t>
        <a:bodyPr vert="horz" wrap="square"/>
        <a:lstStyle/>
        <a:p>
          <a:pPr>
            <a:lnSpc>
              <a:spcPct val="100000"/>
            </a:lnSpc>
            <a:spcBef>
              <a:spcPct val="0"/>
            </a:spcBef>
            <a:spcAft>
              <a:spcPct val="35000"/>
            </a:spcAft>
          </a:pPr>
          <a:r>
            <a:rPr lang="en-US" sz="1800" b="1" dirty="0">
              <a:solidFill>
                <a:schemeClr val="tx1"/>
              </a:solidFill>
              <a:latin typeface="Times New Roman" panose="02020603050405020304" pitchFamily="18" charset="0"/>
              <a:cs typeface="Times New Roman" panose="02020603050405020304" pitchFamily="18" charset="0"/>
            </a:rPr>
            <a:t>Preparation of Design mixes for concrete (M30)</a:t>
          </a:r>
          <a:endParaRPr lang="en-IN" sz="1800" b="1" dirty="0">
            <a:solidFill>
              <a:schemeClr val="tx1"/>
            </a:solidFill>
            <a:latin typeface="Times New Roman" panose="02020603050405020304" pitchFamily="18" charset="0"/>
            <a:cs typeface="Times New Roman" panose="02020603050405020304" pitchFamily="18" charset="0"/>
          </a:endParaRPr>
        </a:p>
      </dgm:t>
    </dgm:pt>
    <dgm:pt modelId="{6F15A2FF-9B1D-4B9B-A3C1-E653F4CFBC59}" type="parTrans" cxnId="{96575A4D-9DA2-440A-AA55-1DE7530E7EFB}">
      <dgm:prSet/>
      <dgm:spPr/>
      <dgm:t>
        <a:bodyPr/>
        <a:lstStyle/>
        <a:p>
          <a:endParaRPr lang="en-IN">
            <a:solidFill>
              <a:schemeClr val="tx1"/>
            </a:solidFill>
          </a:endParaRPr>
        </a:p>
      </dgm:t>
    </dgm:pt>
    <dgm:pt modelId="{BB6898C3-ED3E-4117-AE7B-4A977761AE33}" type="sibTrans" cxnId="{96575A4D-9DA2-440A-AA55-1DE7530E7EFB}">
      <dgm:prSet/>
      <dgm:spPr>
        <a:solidFill>
          <a:schemeClr val="accent1">
            <a:alpha val="97000"/>
          </a:schemeClr>
        </a:solidFill>
        <a:ln>
          <a:gradFill>
            <a:gsLst>
              <a:gs pos="0">
                <a:srgbClr val="FF0000"/>
              </a:gs>
              <a:gs pos="50000">
                <a:schemeClr val="accent1">
                  <a:tint val="44500"/>
                  <a:satMod val="160000"/>
                </a:schemeClr>
              </a:gs>
              <a:gs pos="100000">
                <a:schemeClr val="accent1">
                  <a:tint val="23500"/>
                  <a:satMod val="160000"/>
                </a:schemeClr>
              </a:gs>
            </a:gsLst>
            <a:lin ang="5400000" scaled="0"/>
          </a:gradFill>
        </a:ln>
      </dgm:spPr>
      <dgm:t>
        <a:bodyPr/>
        <a:lstStyle/>
        <a:p>
          <a:endParaRPr lang="en-IN" dirty="0">
            <a:solidFill>
              <a:schemeClr val="tx1"/>
            </a:solidFill>
          </a:endParaRPr>
        </a:p>
      </dgm:t>
    </dgm:pt>
    <dgm:pt modelId="{88756FF6-C399-459D-96D5-DAB444CE6B42}">
      <dgm:prSet phldrT="[Text]" phldr="0" custT="1"/>
      <dgm:spPr>
        <a:solidFill>
          <a:schemeClr val="bg1"/>
        </a:solidFill>
        <a:ln>
          <a:solidFill>
            <a:schemeClr val="accent1"/>
          </a:solidFill>
        </a:ln>
      </dgm:spPr>
      <dgm:t>
        <a:bodyPr vert="horz" wrap="square"/>
        <a:lstStyle/>
        <a:p>
          <a:pPr>
            <a:lnSpc>
              <a:spcPct val="100000"/>
            </a:lnSpc>
            <a:spcBef>
              <a:spcPct val="0"/>
            </a:spcBef>
            <a:spcAft>
              <a:spcPct val="35000"/>
            </a:spcAft>
          </a:pPr>
          <a:r>
            <a:rPr lang="en-US" sz="1800" b="1" dirty="0">
              <a:solidFill>
                <a:schemeClr val="tx1"/>
              </a:solidFill>
              <a:latin typeface="Times New Roman" panose="02020603050405020304" pitchFamily="18" charset="0"/>
              <a:cs typeface="Times New Roman" panose="02020603050405020304" pitchFamily="18" charset="0"/>
            </a:rPr>
            <a:t>Fixing the replacement percentages of  Bagasse ash, Rice husk ash &amp;  Quarry dust  as partial replacement of cement and F.A.</a:t>
          </a:r>
          <a:endParaRPr lang="en-IN" sz="1800" b="1" dirty="0">
            <a:solidFill>
              <a:schemeClr val="tx1"/>
            </a:solidFill>
            <a:latin typeface="Times New Roman" panose="02020603050405020304" pitchFamily="18" charset="0"/>
            <a:cs typeface="Times New Roman" panose="02020603050405020304" pitchFamily="18" charset="0"/>
          </a:endParaRPr>
        </a:p>
      </dgm:t>
    </dgm:pt>
    <dgm:pt modelId="{0087553A-C954-4341-9AB7-ED03ADACC4FE}" type="parTrans" cxnId="{4B0095A5-76A0-4A71-99B8-D07D690ABF29}">
      <dgm:prSet/>
      <dgm:spPr/>
      <dgm:t>
        <a:bodyPr/>
        <a:lstStyle/>
        <a:p>
          <a:endParaRPr lang="en-IN">
            <a:solidFill>
              <a:schemeClr val="tx1"/>
            </a:solidFill>
          </a:endParaRPr>
        </a:p>
      </dgm:t>
    </dgm:pt>
    <dgm:pt modelId="{E1B2C533-5048-48A5-9B4A-28CD312B0D58}" type="sibTrans" cxnId="{4B0095A5-76A0-4A71-99B8-D07D690ABF29}">
      <dgm:prSet/>
      <dgm:spPr/>
      <dgm:t>
        <a:bodyPr/>
        <a:lstStyle/>
        <a:p>
          <a:endParaRPr lang="en-IN" dirty="0">
            <a:solidFill>
              <a:schemeClr val="tx1"/>
            </a:solidFill>
          </a:endParaRPr>
        </a:p>
      </dgm:t>
    </dgm:pt>
    <dgm:pt modelId="{BC7A8096-CD82-4FF5-B07E-E4CB2B2C1A7A}">
      <dgm:prSet phldrT="[Text]" phldr="0" custT="1"/>
      <dgm:spPr>
        <a:solidFill>
          <a:schemeClr val="bg1"/>
        </a:solidFill>
        <a:ln>
          <a:solidFill>
            <a:schemeClr val="accent1"/>
          </a:solidFill>
        </a:ln>
      </dgm:spPr>
      <dgm:t>
        <a:bodyPr vert="horz" wrap="square"/>
        <a:lstStyle/>
        <a:p>
          <a:pPr>
            <a:lnSpc>
              <a:spcPct val="100000"/>
            </a:lnSpc>
            <a:spcBef>
              <a:spcPct val="0"/>
            </a:spcBef>
            <a:spcAft>
              <a:spcPct val="35000"/>
            </a:spcAft>
          </a:pPr>
          <a:r>
            <a:rPr lang="en-US" sz="1800" b="1" dirty="0">
              <a:solidFill>
                <a:schemeClr val="tx1"/>
              </a:solidFill>
              <a:latin typeface="Times New Roman" panose="02020603050405020304" pitchFamily="18" charset="0"/>
              <a:cs typeface="Times New Roman" panose="02020603050405020304" pitchFamily="18" charset="0"/>
            </a:rPr>
            <a:t>Casting of the concrete cubes,  cylinder &amp; Beams</a:t>
          </a:r>
        </a:p>
      </dgm:t>
    </dgm:pt>
    <dgm:pt modelId="{4F10C723-DA54-4009-8442-60AFD5FB66A6}" type="parTrans" cxnId="{F1CABBAD-6C08-4FE6-81ED-15BE041F5B47}">
      <dgm:prSet/>
      <dgm:spPr/>
      <dgm:t>
        <a:bodyPr/>
        <a:lstStyle/>
        <a:p>
          <a:endParaRPr lang="en-IN">
            <a:solidFill>
              <a:schemeClr val="tx1"/>
            </a:solidFill>
          </a:endParaRPr>
        </a:p>
      </dgm:t>
    </dgm:pt>
    <dgm:pt modelId="{EDF2A06F-920B-4999-A95B-6F2CF8BB84AD}" type="sibTrans" cxnId="{F1CABBAD-6C08-4FE6-81ED-15BE041F5B47}">
      <dgm:prSet/>
      <dgm:spPr/>
      <dgm:t>
        <a:bodyPr/>
        <a:lstStyle/>
        <a:p>
          <a:endParaRPr lang="en-IN" dirty="0">
            <a:solidFill>
              <a:schemeClr val="tx1"/>
            </a:solidFill>
          </a:endParaRPr>
        </a:p>
      </dgm:t>
    </dgm:pt>
    <dgm:pt modelId="{AB4B9F49-98B2-43D6-B49B-D2CCBC1338F7}">
      <dgm:prSet phldr="0" custT="1"/>
      <dgm:spPr>
        <a:solidFill>
          <a:schemeClr val="bg1"/>
        </a:solidFill>
        <a:ln>
          <a:solidFill>
            <a:schemeClr val="accent1"/>
          </a:solidFill>
        </a:ln>
      </dgm:spPr>
      <dgm:t>
        <a:bodyPr vert="horz" wrap="square"/>
        <a:lstStyle/>
        <a:p>
          <a:pPr>
            <a:lnSpc>
              <a:spcPct val="100000"/>
            </a:lnSpc>
            <a:spcBef>
              <a:spcPct val="0"/>
            </a:spcBef>
            <a:spcAft>
              <a:spcPct val="35000"/>
            </a:spcAft>
          </a:pPr>
          <a:r>
            <a:rPr lang="en-US" sz="1800" b="1" dirty="0">
              <a:solidFill>
                <a:schemeClr val="tx1"/>
              </a:solidFill>
              <a:latin typeface="Times New Roman" panose="02020603050405020304" pitchFamily="18" charset="0"/>
              <a:cs typeface="Times New Roman" panose="02020603050405020304" pitchFamily="18" charset="0"/>
              <a:sym typeface="+mn-ea"/>
            </a:rPr>
            <a:t>Curing (7,14,28days)</a:t>
          </a:r>
        </a:p>
      </dgm:t>
    </dgm:pt>
    <dgm:pt modelId="{CFA723E5-F5F7-4100-B64C-9FE51E703B4E}" type="parTrans" cxnId="{130878A7-992E-4BBD-991E-49302E31BD78}">
      <dgm:prSet/>
      <dgm:spPr/>
      <dgm:t>
        <a:bodyPr/>
        <a:lstStyle/>
        <a:p>
          <a:endParaRPr lang="en-IN">
            <a:solidFill>
              <a:schemeClr val="tx1"/>
            </a:solidFill>
          </a:endParaRPr>
        </a:p>
      </dgm:t>
    </dgm:pt>
    <dgm:pt modelId="{19443AB4-36A7-476C-BC71-04839D8EC754}" type="sibTrans" cxnId="{130878A7-992E-4BBD-991E-49302E31BD78}">
      <dgm:prSet/>
      <dgm:spPr/>
      <dgm:t>
        <a:bodyPr/>
        <a:lstStyle/>
        <a:p>
          <a:endParaRPr lang="en-IN" dirty="0">
            <a:solidFill>
              <a:schemeClr val="tx1"/>
            </a:solidFill>
          </a:endParaRPr>
        </a:p>
      </dgm:t>
    </dgm:pt>
    <dgm:pt modelId="{495FD602-0682-4F8A-A0CB-CBAD06FDC925}">
      <dgm:prSet phldr="0" custT="1"/>
      <dgm:spPr>
        <a:solidFill>
          <a:schemeClr val="bg1"/>
        </a:solidFill>
        <a:ln>
          <a:solidFill>
            <a:schemeClr val="accent1"/>
          </a:solidFill>
        </a:ln>
      </dgm:spPr>
      <dgm:t>
        <a:bodyPr vert="horz" wrap="square"/>
        <a:lstStyle/>
        <a:p>
          <a:pPr>
            <a:lnSpc>
              <a:spcPct val="100000"/>
            </a:lnSpc>
            <a:spcBef>
              <a:spcPct val="0"/>
            </a:spcBef>
            <a:spcAft>
              <a:spcPct val="35000"/>
            </a:spcAft>
          </a:pPr>
          <a:r>
            <a:rPr lang="en-US" sz="1800" b="1" dirty="0">
              <a:solidFill>
                <a:schemeClr val="tx1"/>
              </a:solidFill>
              <a:latin typeface="Times New Roman" panose="02020603050405020304" pitchFamily="18" charset="0"/>
              <a:cs typeface="Times New Roman" panose="02020603050405020304" pitchFamily="18" charset="0"/>
            </a:rPr>
            <a:t>Testing of concrete cubes &amp; cylinders</a:t>
          </a:r>
          <a:endParaRPr lang="en-IN" sz="1800" b="1" dirty="0">
            <a:solidFill>
              <a:schemeClr val="tx1"/>
            </a:solidFill>
            <a:latin typeface="Times New Roman" panose="02020603050405020304" pitchFamily="18" charset="0"/>
            <a:cs typeface="Times New Roman" panose="02020603050405020304" pitchFamily="18" charset="0"/>
          </a:endParaRPr>
        </a:p>
      </dgm:t>
    </dgm:pt>
    <dgm:pt modelId="{0FAD18A0-B2BE-44F8-A3B6-1231E65EC07A}" type="parTrans" cxnId="{F94514A1-0CE0-4B60-B7D0-5B07CF000345}">
      <dgm:prSet/>
      <dgm:spPr/>
      <dgm:t>
        <a:bodyPr/>
        <a:lstStyle/>
        <a:p>
          <a:endParaRPr lang="en-IN">
            <a:solidFill>
              <a:schemeClr val="tx1"/>
            </a:solidFill>
          </a:endParaRPr>
        </a:p>
      </dgm:t>
    </dgm:pt>
    <dgm:pt modelId="{E156329A-7A55-45E6-8932-602FB1DA3DB7}" type="sibTrans" cxnId="{F94514A1-0CE0-4B60-B7D0-5B07CF000345}">
      <dgm:prSet/>
      <dgm:spPr/>
      <dgm:t>
        <a:bodyPr/>
        <a:lstStyle/>
        <a:p>
          <a:endParaRPr lang="en-IN" dirty="0">
            <a:solidFill>
              <a:schemeClr val="tx1"/>
            </a:solidFill>
          </a:endParaRPr>
        </a:p>
      </dgm:t>
    </dgm:pt>
    <dgm:pt modelId="{7C29A213-C2B9-46C1-B9AB-176DAFB1DA52}">
      <dgm:prSet phldr="0" custT="1"/>
      <dgm:spPr>
        <a:solidFill>
          <a:schemeClr val="bg1"/>
        </a:solidFill>
        <a:ln>
          <a:solidFill>
            <a:schemeClr val="accent1"/>
          </a:solidFill>
        </a:ln>
      </dgm:spPr>
      <dgm:t>
        <a:bodyPr vert="horz" wrap="square"/>
        <a:lstStyle/>
        <a:p>
          <a:pPr>
            <a:lnSpc>
              <a:spcPct val="100000"/>
            </a:lnSpc>
            <a:spcBef>
              <a:spcPct val="0"/>
            </a:spcBef>
            <a:spcAft>
              <a:spcPct val="35000"/>
            </a:spcAft>
          </a:pPr>
          <a:r>
            <a:rPr lang="en-US" sz="1800" b="1" dirty="0">
              <a:solidFill>
                <a:schemeClr val="tx1"/>
              </a:solidFill>
              <a:latin typeface="Times New Roman" panose="02020603050405020304" pitchFamily="18" charset="0"/>
              <a:cs typeface="Times New Roman" panose="02020603050405020304" pitchFamily="18" charset="0"/>
            </a:rPr>
            <a:t>Results and Discussions</a:t>
          </a:r>
          <a:endParaRPr lang="en-IN" sz="1800" b="1" dirty="0">
            <a:solidFill>
              <a:schemeClr val="tx1"/>
            </a:solidFill>
            <a:latin typeface="Times New Roman" panose="02020603050405020304" pitchFamily="18" charset="0"/>
            <a:cs typeface="Times New Roman" panose="02020603050405020304" pitchFamily="18" charset="0"/>
          </a:endParaRPr>
        </a:p>
      </dgm:t>
    </dgm:pt>
    <dgm:pt modelId="{90135CD7-B74C-489E-8178-5703FFFDFEA1}" type="parTrans" cxnId="{BCF63098-A083-4B90-B4F1-67B6189B357C}">
      <dgm:prSet/>
      <dgm:spPr/>
      <dgm:t>
        <a:bodyPr/>
        <a:lstStyle/>
        <a:p>
          <a:endParaRPr lang="en-IN">
            <a:solidFill>
              <a:schemeClr val="tx1"/>
            </a:solidFill>
          </a:endParaRPr>
        </a:p>
      </dgm:t>
    </dgm:pt>
    <dgm:pt modelId="{289D623B-9CD7-4958-89DE-14711709CACF}" type="sibTrans" cxnId="{BCF63098-A083-4B90-B4F1-67B6189B357C}">
      <dgm:prSet/>
      <dgm:spPr/>
      <dgm:t>
        <a:bodyPr/>
        <a:lstStyle/>
        <a:p>
          <a:endParaRPr lang="en-IN" dirty="0">
            <a:solidFill>
              <a:schemeClr val="tx1"/>
            </a:solidFill>
          </a:endParaRPr>
        </a:p>
      </dgm:t>
    </dgm:pt>
    <dgm:pt modelId="{2D250F47-09A5-446B-8516-3FE5C14DE6EB}">
      <dgm:prSet phldr="0" custT="1"/>
      <dgm:spPr>
        <a:solidFill>
          <a:schemeClr val="bg1"/>
        </a:solidFill>
        <a:ln>
          <a:solidFill>
            <a:schemeClr val="accent1"/>
          </a:solidFill>
        </a:ln>
      </dgm:spPr>
      <dgm:t>
        <a:bodyPr vert="horz" wrap="square"/>
        <a:lstStyle/>
        <a:p>
          <a:pPr>
            <a:lnSpc>
              <a:spcPct val="100000"/>
            </a:lnSpc>
            <a:spcBef>
              <a:spcPct val="0"/>
            </a:spcBef>
            <a:spcAft>
              <a:spcPct val="35000"/>
            </a:spcAft>
          </a:pPr>
          <a:r>
            <a:rPr lang="en-US" sz="1800" b="1" dirty="0">
              <a:solidFill>
                <a:schemeClr val="tx1"/>
              </a:solidFill>
              <a:latin typeface="Times New Roman" panose="02020603050405020304" pitchFamily="18" charset="0"/>
              <a:cs typeface="Times New Roman" panose="02020603050405020304" pitchFamily="18" charset="0"/>
            </a:rPr>
            <a:t>Conclusion</a:t>
          </a:r>
          <a:endParaRPr lang="en-IN" sz="1800" b="1" dirty="0">
            <a:solidFill>
              <a:schemeClr val="tx1"/>
            </a:solidFill>
            <a:latin typeface="Times New Roman" panose="02020603050405020304" pitchFamily="18" charset="0"/>
            <a:cs typeface="Times New Roman" panose="02020603050405020304" pitchFamily="18" charset="0"/>
          </a:endParaRPr>
        </a:p>
      </dgm:t>
    </dgm:pt>
    <dgm:pt modelId="{C7140729-BF49-480B-A1F9-5CC3167A13B7}" type="parTrans" cxnId="{D7E5BC0A-CC8B-47AB-8D37-1B745F5F40D3}">
      <dgm:prSet/>
      <dgm:spPr/>
      <dgm:t>
        <a:bodyPr/>
        <a:lstStyle/>
        <a:p>
          <a:endParaRPr lang="en-IN">
            <a:solidFill>
              <a:schemeClr val="tx1"/>
            </a:solidFill>
          </a:endParaRPr>
        </a:p>
      </dgm:t>
    </dgm:pt>
    <dgm:pt modelId="{6257873F-3D3F-4FB1-8CB1-3AEBE602BA51}" type="sibTrans" cxnId="{D7E5BC0A-CC8B-47AB-8D37-1B745F5F40D3}">
      <dgm:prSet/>
      <dgm:spPr/>
      <dgm:t>
        <a:bodyPr/>
        <a:lstStyle/>
        <a:p>
          <a:endParaRPr lang="en-IN">
            <a:solidFill>
              <a:schemeClr val="tx1"/>
            </a:solidFill>
          </a:endParaRPr>
        </a:p>
      </dgm:t>
    </dgm:pt>
    <dgm:pt modelId="{763E891E-74A2-45D3-A2F0-7B642B9921C8}" type="pres">
      <dgm:prSet presAssocID="{67E73F87-3CB8-49A4-8B82-AFB1584F2E12}" presName="Name0" presStyleCnt="0">
        <dgm:presLayoutVars>
          <dgm:dir/>
          <dgm:resizeHandles val="exact"/>
        </dgm:presLayoutVars>
      </dgm:prSet>
      <dgm:spPr/>
    </dgm:pt>
    <dgm:pt modelId="{5D263B8B-E1E3-4C18-A026-4CDC9A8D1184}" type="pres">
      <dgm:prSet presAssocID="{A9BFCDE7-AB44-440F-9D62-2A46796542D1}" presName="node" presStyleLbl="node1" presStyleIdx="0" presStyleCnt="9" custLinFactNeighborX="-454" custLinFactNeighborY="-92">
        <dgm:presLayoutVars>
          <dgm:bulletEnabled val="1"/>
        </dgm:presLayoutVars>
      </dgm:prSet>
      <dgm:spPr/>
    </dgm:pt>
    <dgm:pt modelId="{0EFB8B8A-39A6-4FBE-A004-DD1C76ADC5B7}" type="pres">
      <dgm:prSet presAssocID="{D3C62A6D-B826-48CF-AFE1-89F14B285E40}" presName="sibTrans" presStyleLbl="sibTrans1D1" presStyleIdx="0" presStyleCnt="8"/>
      <dgm:spPr/>
    </dgm:pt>
    <dgm:pt modelId="{E6CDC18B-85C3-47F3-BDD6-51C7BBB29DAB}" type="pres">
      <dgm:prSet presAssocID="{D3C62A6D-B826-48CF-AFE1-89F14B285E40}" presName="connectorText" presStyleLbl="sibTrans1D1" presStyleIdx="0" presStyleCnt="8"/>
      <dgm:spPr/>
    </dgm:pt>
    <dgm:pt modelId="{CAB1EEA8-6DB1-43C8-8AFD-B9469403869D}" type="pres">
      <dgm:prSet presAssocID="{5E891942-5BBA-4EED-9847-12B5778098BE}" presName="node" presStyleLbl="node1" presStyleIdx="1" presStyleCnt="9" custScaleX="97532" custScaleY="108504" custLinFactNeighborX="0" custLinFactNeighborY="5007">
        <dgm:presLayoutVars>
          <dgm:bulletEnabled val="1"/>
        </dgm:presLayoutVars>
      </dgm:prSet>
      <dgm:spPr/>
    </dgm:pt>
    <dgm:pt modelId="{D52663F0-8FAF-45CD-931F-AFF9EFC3DC30}" type="pres">
      <dgm:prSet presAssocID="{7C15C721-5786-401D-AFB2-031E49C3C554}" presName="sibTrans" presStyleLbl="sibTrans1D1" presStyleIdx="1" presStyleCnt="8"/>
      <dgm:spPr/>
    </dgm:pt>
    <dgm:pt modelId="{364B2E8F-4673-483A-8671-E06BD3E5ABD6}" type="pres">
      <dgm:prSet presAssocID="{7C15C721-5786-401D-AFB2-031E49C3C554}" presName="connectorText" presStyleLbl="sibTrans1D1" presStyleIdx="1" presStyleCnt="8"/>
      <dgm:spPr/>
    </dgm:pt>
    <dgm:pt modelId="{D4B54099-7B5F-4CA3-800A-CCE2306B9D2B}" type="pres">
      <dgm:prSet presAssocID="{10C5E8D6-5FDE-4648-BEA2-2721B18885F3}" presName="node" presStyleLbl="node1" presStyleIdx="2" presStyleCnt="9">
        <dgm:presLayoutVars>
          <dgm:bulletEnabled val="1"/>
        </dgm:presLayoutVars>
      </dgm:prSet>
      <dgm:spPr/>
    </dgm:pt>
    <dgm:pt modelId="{ECF5C28E-EF2D-465B-BFA3-419A2695A2E6}" type="pres">
      <dgm:prSet presAssocID="{BB6898C3-ED3E-4117-AE7B-4A977761AE33}" presName="sibTrans" presStyleLbl="sibTrans1D1" presStyleIdx="2" presStyleCnt="8"/>
      <dgm:spPr/>
    </dgm:pt>
    <dgm:pt modelId="{857C4DA0-F0F6-4149-BE78-7AFDFF1405F4}" type="pres">
      <dgm:prSet presAssocID="{BB6898C3-ED3E-4117-AE7B-4A977761AE33}" presName="connectorText" presStyleLbl="sibTrans1D1" presStyleIdx="2" presStyleCnt="8"/>
      <dgm:spPr/>
    </dgm:pt>
    <dgm:pt modelId="{FB8DD86A-90E0-49D4-AA13-2EE9E59FD32C}" type="pres">
      <dgm:prSet presAssocID="{88756FF6-C399-459D-96D5-DAB444CE6B42}" presName="node" presStyleLbl="node1" presStyleIdx="3" presStyleCnt="9" custScaleX="107312" custLinFactNeighborX="3046" custLinFactNeighborY="0">
        <dgm:presLayoutVars>
          <dgm:bulletEnabled val="1"/>
        </dgm:presLayoutVars>
      </dgm:prSet>
      <dgm:spPr/>
    </dgm:pt>
    <dgm:pt modelId="{09D89B07-2ABF-4A18-BA7E-ADFC317C56AB}" type="pres">
      <dgm:prSet presAssocID="{E1B2C533-5048-48A5-9B4A-28CD312B0D58}" presName="sibTrans" presStyleLbl="sibTrans1D1" presStyleIdx="3" presStyleCnt="8"/>
      <dgm:spPr/>
    </dgm:pt>
    <dgm:pt modelId="{6B91EF7A-B0EB-4B2E-A421-C0C0B0C54F56}" type="pres">
      <dgm:prSet presAssocID="{E1B2C533-5048-48A5-9B4A-28CD312B0D58}" presName="connectorText" presStyleLbl="sibTrans1D1" presStyleIdx="3" presStyleCnt="8"/>
      <dgm:spPr/>
    </dgm:pt>
    <dgm:pt modelId="{8A0CE429-21F2-4B4C-8F83-2815990D2FF9}" type="pres">
      <dgm:prSet presAssocID="{BC7A8096-CD82-4FF5-B07E-E4CB2B2C1A7A}" presName="node" presStyleLbl="node1" presStyleIdx="4" presStyleCnt="9">
        <dgm:presLayoutVars>
          <dgm:bulletEnabled val="1"/>
        </dgm:presLayoutVars>
      </dgm:prSet>
      <dgm:spPr/>
    </dgm:pt>
    <dgm:pt modelId="{DA9A55CF-1E38-48EC-9FDE-9AE539E41C74}" type="pres">
      <dgm:prSet presAssocID="{EDF2A06F-920B-4999-A95B-6F2CF8BB84AD}" presName="sibTrans" presStyleLbl="sibTrans1D1" presStyleIdx="4" presStyleCnt="8"/>
      <dgm:spPr/>
    </dgm:pt>
    <dgm:pt modelId="{B0C2E99B-413E-45D0-975B-7CEE07319A25}" type="pres">
      <dgm:prSet presAssocID="{EDF2A06F-920B-4999-A95B-6F2CF8BB84AD}" presName="connectorText" presStyleLbl="sibTrans1D1" presStyleIdx="4" presStyleCnt="8"/>
      <dgm:spPr/>
    </dgm:pt>
    <dgm:pt modelId="{B8C09A7F-C8F4-486C-B3C7-5C0FFDF0CE82}" type="pres">
      <dgm:prSet presAssocID="{AB4B9F49-98B2-43D6-B49B-D2CCBC1338F7}" presName="node" presStyleLbl="node1" presStyleIdx="5" presStyleCnt="9" custLinFactNeighborX="149" custLinFactNeighborY="-2569">
        <dgm:presLayoutVars>
          <dgm:bulletEnabled val="1"/>
        </dgm:presLayoutVars>
      </dgm:prSet>
      <dgm:spPr/>
    </dgm:pt>
    <dgm:pt modelId="{BC9EB63E-D0F0-418F-AA08-781DD469D404}" type="pres">
      <dgm:prSet presAssocID="{19443AB4-36A7-476C-BC71-04839D8EC754}" presName="sibTrans" presStyleLbl="sibTrans1D1" presStyleIdx="5" presStyleCnt="8"/>
      <dgm:spPr/>
    </dgm:pt>
    <dgm:pt modelId="{403C0166-4F81-416F-A2E7-0B2174CDAFDE}" type="pres">
      <dgm:prSet presAssocID="{19443AB4-36A7-476C-BC71-04839D8EC754}" presName="connectorText" presStyleLbl="sibTrans1D1" presStyleIdx="5" presStyleCnt="8"/>
      <dgm:spPr/>
    </dgm:pt>
    <dgm:pt modelId="{445D4616-4548-4B0F-B41C-74703C0B32FF}" type="pres">
      <dgm:prSet presAssocID="{495FD602-0682-4F8A-A0CB-CBAD06FDC925}" presName="node" presStyleLbl="node1" presStyleIdx="6" presStyleCnt="9" custLinFactNeighborX="527">
        <dgm:presLayoutVars>
          <dgm:bulletEnabled val="1"/>
        </dgm:presLayoutVars>
      </dgm:prSet>
      <dgm:spPr/>
    </dgm:pt>
    <dgm:pt modelId="{236E746B-1D10-47B6-A6CC-670D9E654AA2}" type="pres">
      <dgm:prSet presAssocID="{E156329A-7A55-45E6-8932-602FB1DA3DB7}" presName="sibTrans" presStyleLbl="sibTrans1D1" presStyleIdx="6" presStyleCnt="8"/>
      <dgm:spPr/>
    </dgm:pt>
    <dgm:pt modelId="{915FBC2C-744C-40A8-B764-C77886B69C30}" type="pres">
      <dgm:prSet presAssocID="{E156329A-7A55-45E6-8932-602FB1DA3DB7}" presName="connectorText" presStyleLbl="sibTrans1D1" presStyleIdx="6" presStyleCnt="8"/>
      <dgm:spPr/>
    </dgm:pt>
    <dgm:pt modelId="{8BA04975-4E36-4C6D-88EA-8F56FEAD4953}" type="pres">
      <dgm:prSet presAssocID="{7C29A213-C2B9-46C1-B9AB-176DAFB1DA52}" presName="node" presStyleLbl="node1" presStyleIdx="7" presStyleCnt="9" custLinFactNeighborX="0" custLinFactNeighborY="9">
        <dgm:presLayoutVars>
          <dgm:bulletEnabled val="1"/>
        </dgm:presLayoutVars>
      </dgm:prSet>
      <dgm:spPr/>
    </dgm:pt>
    <dgm:pt modelId="{780C3307-3F45-4AEF-9300-BDC5B3857DC1}" type="pres">
      <dgm:prSet presAssocID="{289D623B-9CD7-4958-89DE-14711709CACF}" presName="sibTrans" presStyleLbl="sibTrans1D1" presStyleIdx="7" presStyleCnt="8"/>
      <dgm:spPr/>
    </dgm:pt>
    <dgm:pt modelId="{E0B3A455-3B93-43C4-BF58-0088A7800DFE}" type="pres">
      <dgm:prSet presAssocID="{289D623B-9CD7-4958-89DE-14711709CACF}" presName="connectorText" presStyleLbl="sibTrans1D1" presStyleIdx="7" presStyleCnt="8"/>
      <dgm:spPr/>
    </dgm:pt>
    <dgm:pt modelId="{3AD4F03B-4977-4CEE-A8DE-FB96E2D30083}" type="pres">
      <dgm:prSet presAssocID="{2D250F47-09A5-446B-8516-3FE5C14DE6EB}" presName="node" presStyleLbl="node1" presStyleIdx="8" presStyleCnt="9" custLinFactNeighborX="149" custLinFactNeighborY="2310">
        <dgm:presLayoutVars>
          <dgm:bulletEnabled val="1"/>
        </dgm:presLayoutVars>
      </dgm:prSet>
      <dgm:spPr/>
    </dgm:pt>
  </dgm:ptLst>
  <dgm:cxnLst>
    <dgm:cxn modelId="{1BEB6E01-0BA2-410A-8418-96D70E3D1021}" type="presOf" srcId="{10C5E8D6-5FDE-4648-BEA2-2721B18885F3}" destId="{D4B54099-7B5F-4CA3-800A-CCE2306B9D2B}" srcOrd="0" destOrd="0" presId="urn:microsoft.com/office/officeart/2005/8/layout/bProcess3#1"/>
    <dgm:cxn modelId="{D7E5BC0A-CC8B-47AB-8D37-1B745F5F40D3}" srcId="{67E73F87-3CB8-49A4-8B82-AFB1584F2E12}" destId="{2D250F47-09A5-446B-8516-3FE5C14DE6EB}" srcOrd="8" destOrd="0" parTransId="{C7140729-BF49-480B-A1F9-5CC3167A13B7}" sibTransId="{6257873F-3D3F-4FB1-8CB1-3AEBE602BA51}"/>
    <dgm:cxn modelId="{824E3715-0761-4F2E-9C21-91FC52C7759D}" type="presOf" srcId="{7C15C721-5786-401D-AFB2-031E49C3C554}" destId="{D52663F0-8FAF-45CD-931F-AFF9EFC3DC30}" srcOrd="0" destOrd="0" presId="urn:microsoft.com/office/officeart/2005/8/layout/bProcess3#1"/>
    <dgm:cxn modelId="{7BCBEA15-3219-4EA3-A888-454D2B2015D6}" srcId="{67E73F87-3CB8-49A4-8B82-AFB1584F2E12}" destId="{A9BFCDE7-AB44-440F-9D62-2A46796542D1}" srcOrd="0" destOrd="0" parTransId="{A08252CC-2D4A-4A0E-8F5E-EF857059213B}" sibTransId="{D3C62A6D-B826-48CF-AFE1-89F14B285E40}"/>
    <dgm:cxn modelId="{F4691B2D-42C1-476D-8E62-7B47A517BDB1}" type="presOf" srcId="{EDF2A06F-920B-4999-A95B-6F2CF8BB84AD}" destId="{B0C2E99B-413E-45D0-975B-7CEE07319A25}" srcOrd="1" destOrd="0" presId="urn:microsoft.com/office/officeart/2005/8/layout/bProcess3#1"/>
    <dgm:cxn modelId="{8ACC492D-BCB2-43A0-B50A-EBFDC0034DDD}" type="presOf" srcId="{E156329A-7A55-45E6-8932-602FB1DA3DB7}" destId="{915FBC2C-744C-40A8-B764-C77886B69C30}" srcOrd="1" destOrd="0" presId="urn:microsoft.com/office/officeart/2005/8/layout/bProcess3#1"/>
    <dgm:cxn modelId="{EDE32132-2367-4467-8046-48057AFD5212}" type="presOf" srcId="{EDF2A06F-920B-4999-A95B-6F2CF8BB84AD}" destId="{DA9A55CF-1E38-48EC-9FDE-9AE539E41C74}" srcOrd="0" destOrd="0" presId="urn:microsoft.com/office/officeart/2005/8/layout/bProcess3#1"/>
    <dgm:cxn modelId="{E0AC5032-A625-492F-B779-AA352BD4E9A0}" type="presOf" srcId="{88756FF6-C399-459D-96D5-DAB444CE6B42}" destId="{FB8DD86A-90E0-49D4-AA13-2EE9E59FD32C}" srcOrd="0" destOrd="0" presId="urn:microsoft.com/office/officeart/2005/8/layout/bProcess3#1"/>
    <dgm:cxn modelId="{06CA693D-B3CE-4EF4-913D-3AE847FC1D09}" type="presOf" srcId="{BB6898C3-ED3E-4117-AE7B-4A977761AE33}" destId="{857C4DA0-F0F6-4149-BE78-7AFDFF1405F4}" srcOrd="1" destOrd="0" presId="urn:microsoft.com/office/officeart/2005/8/layout/bProcess3#1"/>
    <dgm:cxn modelId="{2B7D7F40-B8A7-44B0-984A-D544A9E4ABA3}" type="presOf" srcId="{BB6898C3-ED3E-4117-AE7B-4A977761AE33}" destId="{ECF5C28E-EF2D-465B-BFA3-419A2695A2E6}" srcOrd="0" destOrd="0" presId="urn:microsoft.com/office/officeart/2005/8/layout/bProcess3#1"/>
    <dgm:cxn modelId="{74C50E43-D613-48F2-A4A8-DF88A51A8E0C}" type="presOf" srcId="{A9BFCDE7-AB44-440F-9D62-2A46796542D1}" destId="{5D263B8B-E1E3-4C18-A026-4CDC9A8D1184}" srcOrd="0" destOrd="0" presId="urn:microsoft.com/office/officeart/2005/8/layout/bProcess3#1"/>
    <dgm:cxn modelId="{97F53843-228E-4EC1-9135-58376EB0819D}" type="presOf" srcId="{E1B2C533-5048-48A5-9B4A-28CD312B0D58}" destId="{09D89B07-2ABF-4A18-BA7E-ADFC317C56AB}" srcOrd="0" destOrd="0" presId="urn:microsoft.com/office/officeart/2005/8/layout/bProcess3#1"/>
    <dgm:cxn modelId="{9ED63265-779F-44D1-95A0-F14F03A65B54}" type="presOf" srcId="{67E73F87-3CB8-49A4-8B82-AFB1584F2E12}" destId="{763E891E-74A2-45D3-A2F0-7B642B9921C8}" srcOrd="0" destOrd="0" presId="urn:microsoft.com/office/officeart/2005/8/layout/bProcess3#1"/>
    <dgm:cxn modelId="{D8AE9B46-ED54-4BF7-97AB-1E97B8FD908C}" type="presOf" srcId="{2D250F47-09A5-446B-8516-3FE5C14DE6EB}" destId="{3AD4F03B-4977-4CEE-A8DE-FB96E2D30083}" srcOrd="0" destOrd="0" presId="urn:microsoft.com/office/officeart/2005/8/layout/bProcess3#1"/>
    <dgm:cxn modelId="{96575A4D-9DA2-440A-AA55-1DE7530E7EFB}" srcId="{67E73F87-3CB8-49A4-8B82-AFB1584F2E12}" destId="{10C5E8D6-5FDE-4648-BEA2-2721B18885F3}" srcOrd="2" destOrd="0" parTransId="{6F15A2FF-9B1D-4B9B-A3C1-E653F4CFBC59}" sibTransId="{BB6898C3-ED3E-4117-AE7B-4A977761AE33}"/>
    <dgm:cxn modelId="{4F490170-D1F7-4E42-9866-4C4DABE3214D}" type="presOf" srcId="{E1B2C533-5048-48A5-9B4A-28CD312B0D58}" destId="{6B91EF7A-B0EB-4B2E-A421-C0C0B0C54F56}" srcOrd="1" destOrd="0" presId="urn:microsoft.com/office/officeart/2005/8/layout/bProcess3#1"/>
    <dgm:cxn modelId="{93537F72-E978-43E2-8F18-184D2CA78F93}" type="presOf" srcId="{495FD602-0682-4F8A-A0CB-CBAD06FDC925}" destId="{445D4616-4548-4B0F-B41C-74703C0B32FF}" srcOrd="0" destOrd="0" presId="urn:microsoft.com/office/officeart/2005/8/layout/bProcess3#1"/>
    <dgm:cxn modelId="{4B855173-EBC4-4A35-A4B4-6867CF754AF0}" type="presOf" srcId="{D3C62A6D-B826-48CF-AFE1-89F14B285E40}" destId="{0EFB8B8A-39A6-4FBE-A004-DD1C76ADC5B7}" srcOrd="0" destOrd="0" presId="urn:microsoft.com/office/officeart/2005/8/layout/bProcess3#1"/>
    <dgm:cxn modelId="{97130E75-5D43-4DE3-A7C7-6300A7BCAA41}" type="presOf" srcId="{7C15C721-5786-401D-AFB2-031E49C3C554}" destId="{364B2E8F-4673-483A-8671-E06BD3E5ABD6}" srcOrd="1" destOrd="0" presId="urn:microsoft.com/office/officeart/2005/8/layout/bProcess3#1"/>
    <dgm:cxn modelId="{55BFB97A-52F1-44F0-9CAD-B5FA421F4868}" type="presOf" srcId="{5E891942-5BBA-4EED-9847-12B5778098BE}" destId="{CAB1EEA8-6DB1-43C8-8AFD-B9469403869D}" srcOrd="0" destOrd="0" presId="urn:microsoft.com/office/officeart/2005/8/layout/bProcess3#1"/>
    <dgm:cxn modelId="{13F72381-97F0-45FA-A19A-0A228778E2C5}" srcId="{67E73F87-3CB8-49A4-8B82-AFB1584F2E12}" destId="{5E891942-5BBA-4EED-9847-12B5778098BE}" srcOrd="1" destOrd="0" parTransId="{8F9438F0-4699-4B0D-8BA2-6FBC49EA3027}" sibTransId="{7C15C721-5786-401D-AFB2-031E49C3C554}"/>
    <dgm:cxn modelId="{D8C7EE95-DF8D-4277-8AC4-864515FD7DCA}" type="presOf" srcId="{289D623B-9CD7-4958-89DE-14711709CACF}" destId="{E0B3A455-3B93-43C4-BF58-0088A7800DFE}" srcOrd="1" destOrd="0" presId="urn:microsoft.com/office/officeart/2005/8/layout/bProcess3#1"/>
    <dgm:cxn modelId="{BCF63098-A083-4B90-B4F1-67B6189B357C}" srcId="{67E73F87-3CB8-49A4-8B82-AFB1584F2E12}" destId="{7C29A213-C2B9-46C1-B9AB-176DAFB1DA52}" srcOrd="7" destOrd="0" parTransId="{90135CD7-B74C-489E-8178-5703FFFDFEA1}" sibTransId="{289D623B-9CD7-4958-89DE-14711709CACF}"/>
    <dgm:cxn modelId="{F94514A1-0CE0-4B60-B7D0-5B07CF000345}" srcId="{67E73F87-3CB8-49A4-8B82-AFB1584F2E12}" destId="{495FD602-0682-4F8A-A0CB-CBAD06FDC925}" srcOrd="6" destOrd="0" parTransId="{0FAD18A0-B2BE-44F8-A3B6-1231E65EC07A}" sibTransId="{E156329A-7A55-45E6-8932-602FB1DA3DB7}"/>
    <dgm:cxn modelId="{4B0095A5-76A0-4A71-99B8-D07D690ABF29}" srcId="{67E73F87-3CB8-49A4-8B82-AFB1584F2E12}" destId="{88756FF6-C399-459D-96D5-DAB444CE6B42}" srcOrd="3" destOrd="0" parTransId="{0087553A-C954-4341-9AB7-ED03ADACC4FE}" sibTransId="{E1B2C533-5048-48A5-9B4A-28CD312B0D58}"/>
    <dgm:cxn modelId="{130878A7-992E-4BBD-991E-49302E31BD78}" srcId="{67E73F87-3CB8-49A4-8B82-AFB1584F2E12}" destId="{AB4B9F49-98B2-43D6-B49B-D2CCBC1338F7}" srcOrd="5" destOrd="0" parTransId="{CFA723E5-F5F7-4100-B64C-9FE51E703B4E}" sibTransId="{19443AB4-36A7-476C-BC71-04839D8EC754}"/>
    <dgm:cxn modelId="{F1CABBAD-6C08-4FE6-81ED-15BE041F5B47}" srcId="{67E73F87-3CB8-49A4-8B82-AFB1584F2E12}" destId="{BC7A8096-CD82-4FF5-B07E-E4CB2B2C1A7A}" srcOrd="4" destOrd="0" parTransId="{4F10C723-DA54-4009-8442-60AFD5FB66A6}" sibTransId="{EDF2A06F-920B-4999-A95B-6F2CF8BB84AD}"/>
    <dgm:cxn modelId="{9D93BABF-BBC1-49E0-B306-E82AAECA1F3B}" type="presOf" srcId="{AB4B9F49-98B2-43D6-B49B-D2CCBC1338F7}" destId="{B8C09A7F-C8F4-486C-B3C7-5C0FFDF0CE82}" srcOrd="0" destOrd="0" presId="urn:microsoft.com/office/officeart/2005/8/layout/bProcess3#1"/>
    <dgm:cxn modelId="{A0522BC0-E078-4914-AC8A-96635E1219EB}" type="presOf" srcId="{19443AB4-36A7-476C-BC71-04839D8EC754}" destId="{403C0166-4F81-416F-A2E7-0B2174CDAFDE}" srcOrd="1" destOrd="0" presId="urn:microsoft.com/office/officeart/2005/8/layout/bProcess3#1"/>
    <dgm:cxn modelId="{2F1EE1C1-1B39-4601-B0C9-3B55991F26EC}" type="presOf" srcId="{D3C62A6D-B826-48CF-AFE1-89F14B285E40}" destId="{E6CDC18B-85C3-47F3-BDD6-51C7BBB29DAB}" srcOrd="1" destOrd="0" presId="urn:microsoft.com/office/officeart/2005/8/layout/bProcess3#1"/>
    <dgm:cxn modelId="{636754D5-E41E-4727-AEA0-8324297840D6}" type="presOf" srcId="{19443AB4-36A7-476C-BC71-04839D8EC754}" destId="{BC9EB63E-D0F0-418F-AA08-781DD469D404}" srcOrd="0" destOrd="0" presId="urn:microsoft.com/office/officeart/2005/8/layout/bProcess3#1"/>
    <dgm:cxn modelId="{C10733DC-08F7-48F2-B1DA-7C56FA120231}" type="presOf" srcId="{BC7A8096-CD82-4FF5-B07E-E4CB2B2C1A7A}" destId="{8A0CE429-21F2-4B4C-8F83-2815990D2FF9}" srcOrd="0" destOrd="0" presId="urn:microsoft.com/office/officeart/2005/8/layout/bProcess3#1"/>
    <dgm:cxn modelId="{7B0059F3-0582-4AE6-A1D0-A978E0DCA562}" type="presOf" srcId="{289D623B-9CD7-4958-89DE-14711709CACF}" destId="{780C3307-3F45-4AEF-9300-BDC5B3857DC1}" srcOrd="0" destOrd="0" presId="urn:microsoft.com/office/officeart/2005/8/layout/bProcess3#1"/>
    <dgm:cxn modelId="{18D52DFB-B38F-4E5D-93B7-E5DE5643BA8E}" type="presOf" srcId="{7C29A213-C2B9-46C1-B9AB-176DAFB1DA52}" destId="{8BA04975-4E36-4C6D-88EA-8F56FEAD4953}" srcOrd="0" destOrd="0" presId="urn:microsoft.com/office/officeart/2005/8/layout/bProcess3#1"/>
    <dgm:cxn modelId="{A9173DFB-6780-45A1-B155-B55E376037B4}" type="presOf" srcId="{E156329A-7A55-45E6-8932-602FB1DA3DB7}" destId="{236E746B-1D10-47B6-A6CC-670D9E654AA2}" srcOrd="0" destOrd="0" presId="urn:microsoft.com/office/officeart/2005/8/layout/bProcess3#1"/>
    <dgm:cxn modelId="{2108E4DB-130F-4F6A-BBBA-3AC6E1C37D41}" type="presParOf" srcId="{763E891E-74A2-45D3-A2F0-7B642B9921C8}" destId="{5D263B8B-E1E3-4C18-A026-4CDC9A8D1184}" srcOrd="0" destOrd="0" presId="urn:microsoft.com/office/officeart/2005/8/layout/bProcess3#1"/>
    <dgm:cxn modelId="{8FE3A2F5-07D6-4E3C-AFDB-EA21806C1D1D}" type="presParOf" srcId="{763E891E-74A2-45D3-A2F0-7B642B9921C8}" destId="{0EFB8B8A-39A6-4FBE-A004-DD1C76ADC5B7}" srcOrd="1" destOrd="0" presId="urn:microsoft.com/office/officeart/2005/8/layout/bProcess3#1"/>
    <dgm:cxn modelId="{654519C1-DDF2-4B40-9CF3-1E79D4B1C152}" type="presParOf" srcId="{0EFB8B8A-39A6-4FBE-A004-DD1C76ADC5B7}" destId="{E6CDC18B-85C3-47F3-BDD6-51C7BBB29DAB}" srcOrd="0" destOrd="0" presId="urn:microsoft.com/office/officeart/2005/8/layout/bProcess3#1"/>
    <dgm:cxn modelId="{FB7670D0-0A18-49B1-A80C-9704C460F12F}" type="presParOf" srcId="{763E891E-74A2-45D3-A2F0-7B642B9921C8}" destId="{CAB1EEA8-6DB1-43C8-8AFD-B9469403869D}" srcOrd="2" destOrd="0" presId="urn:microsoft.com/office/officeart/2005/8/layout/bProcess3#1"/>
    <dgm:cxn modelId="{BD96401D-AB85-44D7-81BC-A4F295DF6853}" type="presParOf" srcId="{763E891E-74A2-45D3-A2F0-7B642B9921C8}" destId="{D52663F0-8FAF-45CD-931F-AFF9EFC3DC30}" srcOrd="3" destOrd="0" presId="urn:microsoft.com/office/officeart/2005/8/layout/bProcess3#1"/>
    <dgm:cxn modelId="{B362F13C-FCD7-4B3B-9953-E49963F2DA75}" type="presParOf" srcId="{D52663F0-8FAF-45CD-931F-AFF9EFC3DC30}" destId="{364B2E8F-4673-483A-8671-E06BD3E5ABD6}" srcOrd="0" destOrd="0" presId="urn:microsoft.com/office/officeart/2005/8/layout/bProcess3#1"/>
    <dgm:cxn modelId="{25BBAA28-6877-40A9-B0ED-8AD29D02C496}" type="presParOf" srcId="{763E891E-74A2-45D3-A2F0-7B642B9921C8}" destId="{D4B54099-7B5F-4CA3-800A-CCE2306B9D2B}" srcOrd="4" destOrd="0" presId="urn:microsoft.com/office/officeart/2005/8/layout/bProcess3#1"/>
    <dgm:cxn modelId="{87664D49-D25A-401E-BE9A-416C7D02BEA8}" type="presParOf" srcId="{763E891E-74A2-45D3-A2F0-7B642B9921C8}" destId="{ECF5C28E-EF2D-465B-BFA3-419A2695A2E6}" srcOrd="5" destOrd="0" presId="urn:microsoft.com/office/officeart/2005/8/layout/bProcess3#1"/>
    <dgm:cxn modelId="{268F0ACC-DA46-41C4-BB58-6A31F54CF280}" type="presParOf" srcId="{ECF5C28E-EF2D-465B-BFA3-419A2695A2E6}" destId="{857C4DA0-F0F6-4149-BE78-7AFDFF1405F4}" srcOrd="0" destOrd="0" presId="urn:microsoft.com/office/officeart/2005/8/layout/bProcess3#1"/>
    <dgm:cxn modelId="{0F370A89-3619-4D52-90C6-D0D4A422B8F1}" type="presParOf" srcId="{763E891E-74A2-45D3-A2F0-7B642B9921C8}" destId="{FB8DD86A-90E0-49D4-AA13-2EE9E59FD32C}" srcOrd="6" destOrd="0" presId="urn:microsoft.com/office/officeart/2005/8/layout/bProcess3#1"/>
    <dgm:cxn modelId="{6E288B20-8D1F-484C-88F2-3C93471B1FB2}" type="presParOf" srcId="{763E891E-74A2-45D3-A2F0-7B642B9921C8}" destId="{09D89B07-2ABF-4A18-BA7E-ADFC317C56AB}" srcOrd="7" destOrd="0" presId="urn:microsoft.com/office/officeart/2005/8/layout/bProcess3#1"/>
    <dgm:cxn modelId="{2455A33E-49E3-4412-9041-957C723B59D8}" type="presParOf" srcId="{09D89B07-2ABF-4A18-BA7E-ADFC317C56AB}" destId="{6B91EF7A-B0EB-4B2E-A421-C0C0B0C54F56}" srcOrd="0" destOrd="0" presId="urn:microsoft.com/office/officeart/2005/8/layout/bProcess3#1"/>
    <dgm:cxn modelId="{1FFCD540-9B57-4766-91CD-DA28DDCE933C}" type="presParOf" srcId="{763E891E-74A2-45D3-A2F0-7B642B9921C8}" destId="{8A0CE429-21F2-4B4C-8F83-2815990D2FF9}" srcOrd="8" destOrd="0" presId="urn:microsoft.com/office/officeart/2005/8/layout/bProcess3#1"/>
    <dgm:cxn modelId="{C163F9BF-5659-42F0-8360-855E1B273046}" type="presParOf" srcId="{763E891E-74A2-45D3-A2F0-7B642B9921C8}" destId="{DA9A55CF-1E38-48EC-9FDE-9AE539E41C74}" srcOrd="9" destOrd="0" presId="urn:microsoft.com/office/officeart/2005/8/layout/bProcess3#1"/>
    <dgm:cxn modelId="{53009222-CCAA-4592-AC31-A24086E43BD2}" type="presParOf" srcId="{DA9A55CF-1E38-48EC-9FDE-9AE539E41C74}" destId="{B0C2E99B-413E-45D0-975B-7CEE07319A25}" srcOrd="0" destOrd="0" presId="urn:microsoft.com/office/officeart/2005/8/layout/bProcess3#1"/>
    <dgm:cxn modelId="{216A7B00-BD82-46C4-82F8-E85C0E02EDF3}" type="presParOf" srcId="{763E891E-74A2-45D3-A2F0-7B642B9921C8}" destId="{B8C09A7F-C8F4-486C-B3C7-5C0FFDF0CE82}" srcOrd="10" destOrd="0" presId="urn:microsoft.com/office/officeart/2005/8/layout/bProcess3#1"/>
    <dgm:cxn modelId="{C1FC852B-8C23-4B60-A66E-A02E438DD94D}" type="presParOf" srcId="{763E891E-74A2-45D3-A2F0-7B642B9921C8}" destId="{BC9EB63E-D0F0-418F-AA08-781DD469D404}" srcOrd="11" destOrd="0" presId="urn:microsoft.com/office/officeart/2005/8/layout/bProcess3#1"/>
    <dgm:cxn modelId="{4BD8DC34-4AEA-436C-BB43-0D62A6A39419}" type="presParOf" srcId="{BC9EB63E-D0F0-418F-AA08-781DD469D404}" destId="{403C0166-4F81-416F-A2E7-0B2174CDAFDE}" srcOrd="0" destOrd="0" presId="urn:microsoft.com/office/officeart/2005/8/layout/bProcess3#1"/>
    <dgm:cxn modelId="{04157B2E-A3FB-4001-958C-E649CDE1DCC4}" type="presParOf" srcId="{763E891E-74A2-45D3-A2F0-7B642B9921C8}" destId="{445D4616-4548-4B0F-B41C-74703C0B32FF}" srcOrd="12" destOrd="0" presId="urn:microsoft.com/office/officeart/2005/8/layout/bProcess3#1"/>
    <dgm:cxn modelId="{6F773F66-9333-4677-B9C4-4C0C2575A189}" type="presParOf" srcId="{763E891E-74A2-45D3-A2F0-7B642B9921C8}" destId="{236E746B-1D10-47B6-A6CC-670D9E654AA2}" srcOrd="13" destOrd="0" presId="urn:microsoft.com/office/officeart/2005/8/layout/bProcess3#1"/>
    <dgm:cxn modelId="{DE1F4627-1C8B-4DE4-9FA7-C10C00DB1E98}" type="presParOf" srcId="{236E746B-1D10-47B6-A6CC-670D9E654AA2}" destId="{915FBC2C-744C-40A8-B764-C77886B69C30}" srcOrd="0" destOrd="0" presId="urn:microsoft.com/office/officeart/2005/8/layout/bProcess3#1"/>
    <dgm:cxn modelId="{327D904B-5AEE-4FA6-B7D2-7B5BF606E30B}" type="presParOf" srcId="{763E891E-74A2-45D3-A2F0-7B642B9921C8}" destId="{8BA04975-4E36-4C6D-88EA-8F56FEAD4953}" srcOrd="14" destOrd="0" presId="urn:microsoft.com/office/officeart/2005/8/layout/bProcess3#1"/>
    <dgm:cxn modelId="{F4610713-1C2A-4170-B178-A9A156B6022E}" type="presParOf" srcId="{763E891E-74A2-45D3-A2F0-7B642B9921C8}" destId="{780C3307-3F45-4AEF-9300-BDC5B3857DC1}" srcOrd="15" destOrd="0" presId="urn:microsoft.com/office/officeart/2005/8/layout/bProcess3#1"/>
    <dgm:cxn modelId="{42BF727E-FF13-4279-A51E-9A2338EBA66A}" type="presParOf" srcId="{780C3307-3F45-4AEF-9300-BDC5B3857DC1}" destId="{E0B3A455-3B93-43C4-BF58-0088A7800DFE}" srcOrd="0" destOrd="0" presId="urn:microsoft.com/office/officeart/2005/8/layout/bProcess3#1"/>
    <dgm:cxn modelId="{5D0D118A-9F52-4748-B628-394CBC83315E}" type="presParOf" srcId="{763E891E-74A2-45D3-A2F0-7B642B9921C8}" destId="{3AD4F03B-4977-4CEE-A8DE-FB96E2D30083}" srcOrd="16" destOrd="0" presId="urn:microsoft.com/office/officeart/2005/8/layout/bProcess3#1"/>
  </dgm:cxnLst>
  <dgm:bg/>
  <dgm:whole>
    <a:ln w="19050">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FB8B8A-39A6-4FBE-A004-DD1C76ADC5B7}">
      <dsp:nvSpPr>
        <dsp:cNvPr id="0" name=""/>
        <dsp:cNvSpPr/>
      </dsp:nvSpPr>
      <dsp:spPr>
        <a:xfrm>
          <a:off x="2770372" y="772712"/>
          <a:ext cx="555344" cy="91440"/>
        </a:xfrm>
        <a:custGeom>
          <a:avLst/>
          <a:gdLst/>
          <a:ahLst/>
          <a:cxnLst/>
          <a:rect l="0" t="0" r="0" b="0"/>
          <a:pathLst>
            <a:path>
              <a:moveTo>
                <a:pt x="0" y="45720"/>
              </a:moveTo>
              <a:lnTo>
                <a:pt x="294772" y="45720"/>
              </a:lnTo>
              <a:lnTo>
                <a:pt x="294772" y="122152"/>
              </a:lnTo>
              <a:lnTo>
                <a:pt x="555344" y="122152"/>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dirty="0">
            <a:solidFill>
              <a:schemeClr val="tx1"/>
            </a:solidFill>
          </a:endParaRPr>
        </a:p>
      </dsp:txBody>
      <dsp:txXfrm>
        <a:off x="3033272" y="815556"/>
        <a:ext cx="29545" cy="5751"/>
      </dsp:txXfrm>
    </dsp:sp>
    <dsp:sp modelId="{5D263B8B-E1E3-4C18-A026-4CDC9A8D1184}">
      <dsp:nvSpPr>
        <dsp:cNvPr id="0" name=""/>
        <dsp:cNvSpPr/>
      </dsp:nvSpPr>
      <dsp:spPr>
        <a:xfrm>
          <a:off x="273899" y="68950"/>
          <a:ext cx="2498272" cy="1498963"/>
        </a:xfrm>
        <a:prstGeom prst="rect">
          <a:avLst/>
        </a:prstGeom>
        <a:solidFill>
          <a:schemeClr val="bg1"/>
        </a:solidFill>
        <a:ln w="19050" cap="flat" cmpd="sng" algn="ctr">
          <a:solidFill>
            <a:schemeClr val="accent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100000"/>
            </a:lnSpc>
            <a:spcBef>
              <a:spcPct val="0"/>
            </a:spcBef>
            <a:spcAft>
              <a:spcPct val="35000"/>
            </a:spcAft>
            <a:buNone/>
          </a:pPr>
          <a:r>
            <a:rPr lang="en-US" sz="1800" b="1" kern="1200" dirty="0">
              <a:solidFill>
                <a:schemeClr val="tx1"/>
              </a:solidFill>
              <a:latin typeface="Times New Roman" panose="02020603050405020304" pitchFamily="18" charset="0"/>
              <a:cs typeface="Times New Roman" panose="02020603050405020304" pitchFamily="18" charset="0"/>
            </a:rPr>
            <a:t>Raw Materials Procurement</a:t>
          </a:r>
          <a:endParaRPr lang="en-IN" sz="1800" b="1" kern="1200" dirty="0">
            <a:solidFill>
              <a:schemeClr val="tx1"/>
            </a:solidFill>
            <a:latin typeface="Times New Roman" panose="02020603050405020304" pitchFamily="18" charset="0"/>
            <a:cs typeface="Times New Roman" panose="02020603050405020304" pitchFamily="18" charset="0"/>
          </a:endParaRPr>
        </a:p>
      </dsp:txBody>
      <dsp:txXfrm>
        <a:off x="273899" y="68950"/>
        <a:ext cx="2498272" cy="1498963"/>
      </dsp:txXfrm>
    </dsp:sp>
    <dsp:sp modelId="{D52663F0-8FAF-45CD-931F-AFF9EFC3DC30}">
      <dsp:nvSpPr>
        <dsp:cNvPr id="0" name=""/>
        <dsp:cNvSpPr/>
      </dsp:nvSpPr>
      <dsp:spPr>
        <a:xfrm>
          <a:off x="5792932" y="774091"/>
          <a:ext cx="544002" cy="91440"/>
        </a:xfrm>
        <a:custGeom>
          <a:avLst/>
          <a:gdLst/>
          <a:ahLst/>
          <a:cxnLst/>
          <a:rect l="0" t="0" r="0" b="0"/>
          <a:pathLst>
            <a:path>
              <a:moveTo>
                <a:pt x="0" y="120773"/>
              </a:moveTo>
              <a:lnTo>
                <a:pt x="289101" y="120773"/>
              </a:lnTo>
              <a:lnTo>
                <a:pt x="289101" y="45720"/>
              </a:lnTo>
              <a:lnTo>
                <a:pt x="544002"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dirty="0">
            <a:solidFill>
              <a:schemeClr val="tx1"/>
            </a:solidFill>
          </a:endParaRPr>
        </a:p>
      </dsp:txBody>
      <dsp:txXfrm>
        <a:off x="6050446" y="816935"/>
        <a:ext cx="28974" cy="5751"/>
      </dsp:txXfrm>
    </dsp:sp>
    <dsp:sp modelId="{CAB1EEA8-6DB1-43C8-8AFD-B9469403869D}">
      <dsp:nvSpPr>
        <dsp:cNvPr id="0" name=""/>
        <dsp:cNvSpPr/>
      </dsp:nvSpPr>
      <dsp:spPr>
        <a:xfrm>
          <a:off x="3358117" y="81646"/>
          <a:ext cx="2436615" cy="1626435"/>
        </a:xfrm>
        <a:prstGeom prst="rect">
          <a:avLst/>
        </a:prstGeom>
        <a:solidFill>
          <a:schemeClr val="bg1"/>
        </a:solidFill>
        <a:ln w="19050" cap="flat" cmpd="sng" algn="ctr">
          <a:solidFill>
            <a:schemeClr val="accent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100000"/>
            </a:lnSpc>
            <a:spcBef>
              <a:spcPct val="0"/>
            </a:spcBef>
            <a:spcAft>
              <a:spcPct val="35000"/>
            </a:spcAft>
            <a:buNone/>
          </a:pPr>
          <a:r>
            <a:rPr lang="en-US" sz="1800" b="1" kern="1200" dirty="0">
              <a:solidFill>
                <a:schemeClr val="tx1"/>
              </a:solidFill>
              <a:latin typeface="Times New Roman" panose="02020603050405020304" pitchFamily="18" charset="0"/>
              <a:cs typeface="Times New Roman" panose="02020603050405020304" pitchFamily="18" charset="0"/>
            </a:rPr>
            <a:t>Properties tests on Materials</a:t>
          </a:r>
          <a:endParaRPr lang="en-IN" sz="1800" b="1" kern="1200" dirty="0">
            <a:solidFill>
              <a:schemeClr val="tx1"/>
            </a:solidFill>
            <a:latin typeface="Times New Roman" panose="02020603050405020304" pitchFamily="18" charset="0"/>
            <a:cs typeface="Times New Roman" panose="02020603050405020304" pitchFamily="18" charset="0"/>
          </a:endParaRPr>
        </a:p>
      </dsp:txBody>
      <dsp:txXfrm>
        <a:off x="3358117" y="81646"/>
        <a:ext cx="2436615" cy="1626435"/>
      </dsp:txXfrm>
    </dsp:sp>
    <dsp:sp modelId="{ECF5C28E-EF2D-465B-BFA3-419A2695A2E6}">
      <dsp:nvSpPr>
        <dsp:cNvPr id="0" name=""/>
        <dsp:cNvSpPr/>
      </dsp:nvSpPr>
      <dsp:spPr>
        <a:xfrm>
          <a:off x="1701812" y="1567493"/>
          <a:ext cx="5916658" cy="607738"/>
        </a:xfrm>
        <a:custGeom>
          <a:avLst/>
          <a:gdLst/>
          <a:ahLst/>
          <a:cxnLst/>
          <a:rect l="0" t="0" r="0" b="0"/>
          <a:pathLst>
            <a:path>
              <a:moveTo>
                <a:pt x="5916658" y="0"/>
              </a:moveTo>
              <a:lnTo>
                <a:pt x="5916658" y="320969"/>
              </a:lnTo>
              <a:lnTo>
                <a:pt x="0" y="320969"/>
              </a:lnTo>
              <a:lnTo>
                <a:pt x="0" y="607738"/>
              </a:lnTo>
            </a:path>
          </a:pathLst>
        </a:custGeom>
        <a:noFill/>
        <a:ln w="6350" cap="flat" cmpd="sng" algn="ctr">
          <a:gradFill>
            <a:gsLst>
              <a:gs pos="0">
                <a:srgbClr val="FF0000"/>
              </a:gs>
              <a:gs pos="50000">
                <a:schemeClr val="accent1">
                  <a:tint val="44500"/>
                  <a:satMod val="160000"/>
                </a:schemeClr>
              </a:gs>
              <a:gs pos="100000">
                <a:schemeClr val="accent1">
                  <a:tint val="23500"/>
                  <a:satMod val="160000"/>
                </a:schemeClr>
              </a:gs>
            </a:gsLst>
            <a:lin ang="5400000" scaled="0"/>
          </a:gra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dirty="0">
            <a:solidFill>
              <a:schemeClr val="tx1"/>
            </a:solidFill>
          </a:endParaRPr>
        </a:p>
      </dsp:txBody>
      <dsp:txXfrm>
        <a:off x="4511367" y="1868486"/>
        <a:ext cx="297549" cy="5751"/>
      </dsp:txXfrm>
    </dsp:sp>
    <dsp:sp modelId="{D4B54099-7B5F-4CA3-800A-CCE2306B9D2B}">
      <dsp:nvSpPr>
        <dsp:cNvPr id="0" name=""/>
        <dsp:cNvSpPr/>
      </dsp:nvSpPr>
      <dsp:spPr>
        <a:xfrm>
          <a:off x="6369335" y="70329"/>
          <a:ext cx="2498272" cy="1498963"/>
        </a:xfrm>
        <a:prstGeom prst="rect">
          <a:avLst/>
        </a:prstGeom>
        <a:solidFill>
          <a:schemeClr val="bg1"/>
        </a:solidFill>
        <a:ln w="19050" cap="flat" cmpd="sng" algn="ctr">
          <a:solidFill>
            <a:schemeClr val="accent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100000"/>
            </a:lnSpc>
            <a:spcBef>
              <a:spcPct val="0"/>
            </a:spcBef>
            <a:spcAft>
              <a:spcPct val="35000"/>
            </a:spcAft>
            <a:buNone/>
          </a:pPr>
          <a:r>
            <a:rPr lang="en-US" sz="1800" b="1" kern="1200" dirty="0">
              <a:solidFill>
                <a:schemeClr val="tx1"/>
              </a:solidFill>
              <a:latin typeface="Times New Roman" panose="02020603050405020304" pitchFamily="18" charset="0"/>
              <a:cs typeface="Times New Roman" panose="02020603050405020304" pitchFamily="18" charset="0"/>
            </a:rPr>
            <a:t>Preparation of Design mixes for concrete (M30)</a:t>
          </a:r>
          <a:endParaRPr lang="en-IN" sz="1800" b="1" kern="1200" dirty="0">
            <a:solidFill>
              <a:schemeClr val="tx1"/>
            </a:solidFill>
            <a:latin typeface="Times New Roman" panose="02020603050405020304" pitchFamily="18" charset="0"/>
            <a:cs typeface="Times New Roman" panose="02020603050405020304" pitchFamily="18" charset="0"/>
          </a:endParaRPr>
        </a:p>
      </dsp:txBody>
      <dsp:txXfrm>
        <a:off x="6369335" y="70329"/>
        <a:ext cx="2498272" cy="1498963"/>
      </dsp:txXfrm>
    </dsp:sp>
    <dsp:sp modelId="{09D89B07-2ABF-4A18-BA7E-ADFC317C56AB}">
      <dsp:nvSpPr>
        <dsp:cNvPr id="0" name=""/>
        <dsp:cNvSpPr/>
      </dsp:nvSpPr>
      <dsp:spPr>
        <a:xfrm>
          <a:off x="3040485" y="2911393"/>
          <a:ext cx="467905" cy="91440"/>
        </a:xfrm>
        <a:custGeom>
          <a:avLst/>
          <a:gdLst/>
          <a:ahLst/>
          <a:cxnLst/>
          <a:rect l="0" t="0" r="0" b="0"/>
          <a:pathLst>
            <a:path>
              <a:moveTo>
                <a:pt x="0" y="45720"/>
              </a:moveTo>
              <a:lnTo>
                <a:pt x="467905"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dirty="0">
            <a:solidFill>
              <a:schemeClr val="tx1"/>
            </a:solidFill>
          </a:endParaRPr>
        </a:p>
      </dsp:txBody>
      <dsp:txXfrm>
        <a:off x="3261975" y="2954237"/>
        <a:ext cx="24925" cy="5751"/>
      </dsp:txXfrm>
    </dsp:sp>
    <dsp:sp modelId="{FB8DD86A-90E0-49D4-AA13-2EE9E59FD32C}">
      <dsp:nvSpPr>
        <dsp:cNvPr id="0" name=""/>
        <dsp:cNvSpPr/>
      </dsp:nvSpPr>
      <dsp:spPr>
        <a:xfrm>
          <a:off x="361339" y="2207631"/>
          <a:ext cx="2680946" cy="1498963"/>
        </a:xfrm>
        <a:prstGeom prst="rect">
          <a:avLst/>
        </a:prstGeom>
        <a:solidFill>
          <a:schemeClr val="bg1"/>
        </a:solidFill>
        <a:ln w="19050" cap="flat" cmpd="sng" algn="ctr">
          <a:solidFill>
            <a:schemeClr val="accent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100000"/>
            </a:lnSpc>
            <a:spcBef>
              <a:spcPct val="0"/>
            </a:spcBef>
            <a:spcAft>
              <a:spcPct val="35000"/>
            </a:spcAft>
            <a:buNone/>
          </a:pPr>
          <a:r>
            <a:rPr lang="en-US" sz="1800" b="1" kern="1200" dirty="0">
              <a:solidFill>
                <a:schemeClr val="tx1"/>
              </a:solidFill>
              <a:latin typeface="Times New Roman" panose="02020603050405020304" pitchFamily="18" charset="0"/>
              <a:cs typeface="Times New Roman" panose="02020603050405020304" pitchFamily="18" charset="0"/>
            </a:rPr>
            <a:t>Fixing the replacement percentages of  Bagasse ash, Rice husk ash &amp;  Quarry dust  as partial replacement of cement and F.A.</a:t>
          </a:r>
          <a:endParaRPr lang="en-IN" sz="1800" b="1" kern="1200" dirty="0">
            <a:solidFill>
              <a:schemeClr val="tx1"/>
            </a:solidFill>
            <a:latin typeface="Times New Roman" panose="02020603050405020304" pitchFamily="18" charset="0"/>
            <a:cs typeface="Times New Roman" panose="02020603050405020304" pitchFamily="18" charset="0"/>
          </a:endParaRPr>
        </a:p>
      </dsp:txBody>
      <dsp:txXfrm>
        <a:off x="361339" y="2207631"/>
        <a:ext cx="2680946" cy="1498963"/>
      </dsp:txXfrm>
    </dsp:sp>
    <dsp:sp modelId="{DA9A55CF-1E38-48EC-9FDE-9AE539E41C74}">
      <dsp:nvSpPr>
        <dsp:cNvPr id="0" name=""/>
        <dsp:cNvSpPr/>
      </dsp:nvSpPr>
      <dsp:spPr>
        <a:xfrm>
          <a:off x="6037263" y="2872885"/>
          <a:ext cx="547725" cy="91440"/>
        </a:xfrm>
        <a:custGeom>
          <a:avLst/>
          <a:gdLst/>
          <a:ahLst/>
          <a:cxnLst/>
          <a:rect l="0" t="0" r="0" b="0"/>
          <a:pathLst>
            <a:path>
              <a:moveTo>
                <a:pt x="0" y="84228"/>
              </a:moveTo>
              <a:lnTo>
                <a:pt x="290962" y="84228"/>
              </a:lnTo>
              <a:lnTo>
                <a:pt x="290962" y="45720"/>
              </a:lnTo>
              <a:lnTo>
                <a:pt x="547725"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dirty="0">
            <a:solidFill>
              <a:schemeClr val="tx1"/>
            </a:solidFill>
          </a:endParaRPr>
        </a:p>
      </dsp:txBody>
      <dsp:txXfrm>
        <a:off x="6296636" y="2915729"/>
        <a:ext cx="28980" cy="5751"/>
      </dsp:txXfrm>
    </dsp:sp>
    <dsp:sp modelId="{8A0CE429-21F2-4B4C-8F83-2815990D2FF9}">
      <dsp:nvSpPr>
        <dsp:cNvPr id="0" name=""/>
        <dsp:cNvSpPr/>
      </dsp:nvSpPr>
      <dsp:spPr>
        <a:xfrm>
          <a:off x="3540791" y="2207631"/>
          <a:ext cx="2498272" cy="1498963"/>
        </a:xfrm>
        <a:prstGeom prst="rect">
          <a:avLst/>
        </a:prstGeom>
        <a:solidFill>
          <a:schemeClr val="bg1"/>
        </a:solidFill>
        <a:ln w="19050" cap="flat" cmpd="sng" algn="ctr">
          <a:solidFill>
            <a:schemeClr val="accent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100000"/>
            </a:lnSpc>
            <a:spcBef>
              <a:spcPct val="0"/>
            </a:spcBef>
            <a:spcAft>
              <a:spcPct val="35000"/>
            </a:spcAft>
            <a:buNone/>
          </a:pPr>
          <a:r>
            <a:rPr lang="en-US" sz="1800" b="1" kern="1200" dirty="0">
              <a:solidFill>
                <a:schemeClr val="tx1"/>
              </a:solidFill>
              <a:latin typeface="Times New Roman" panose="02020603050405020304" pitchFamily="18" charset="0"/>
              <a:cs typeface="Times New Roman" panose="02020603050405020304" pitchFamily="18" charset="0"/>
            </a:rPr>
            <a:t>Casting of the concrete cubes,  cylinder &amp; Beams</a:t>
          </a:r>
        </a:p>
      </dsp:txBody>
      <dsp:txXfrm>
        <a:off x="3540791" y="2207631"/>
        <a:ext cx="2498272" cy="1498963"/>
      </dsp:txXfrm>
    </dsp:sp>
    <dsp:sp modelId="{BC9EB63E-D0F0-418F-AA08-781DD469D404}">
      <dsp:nvSpPr>
        <dsp:cNvPr id="0" name=""/>
        <dsp:cNvSpPr/>
      </dsp:nvSpPr>
      <dsp:spPr>
        <a:xfrm>
          <a:off x="1547544" y="3666286"/>
          <a:ext cx="6318980" cy="582511"/>
        </a:xfrm>
        <a:custGeom>
          <a:avLst/>
          <a:gdLst/>
          <a:ahLst/>
          <a:cxnLst/>
          <a:rect l="0" t="0" r="0" b="0"/>
          <a:pathLst>
            <a:path>
              <a:moveTo>
                <a:pt x="6318980" y="0"/>
              </a:moveTo>
              <a:lnTo>
                <a:pt x="6318980" y="308355"/>
              </a:lnTo>
              <a:lnTo>
                <a:pt x="0" y="308355"/>
              </a:lnTo>
              <a:lnTo>
                <a:pt x="0" y="582511"/>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dirty="0">
            <a:solidFill>
              <a:schemeClr val="tx1"/>
            </a:solidFill>
          </a:endParaRPr>
        </a:p>
      </dsp:txBody>
      <dsp:txXfrm>
        <a:off x="4548318" y="3954666"/>
        <a:ext cx="317432" cy="5751"/>
      </dsp:txXfrm>
    </dsp:sp>
    <dsp:sp modelId="{B8C09A7F-C8F4-486C-B3C7-5C0FFDF0CE82}">
      <dsp:nvSpPr>
        <dsp:cNvPr id="0" name=""/>
        <dsp:cNvSpPr/>
      </dsp:nvSpPr>
      <dsp:spPr>
        <a:xfrm>
          <a:off x="6617388" y="2169123"/>
          <a:ext cx="2498272" cy="1498963"/>
        </a:xfrm>
        <a:prstGeom prst="rect">
          <a:avLst/>
        </a:prstGeom>
        <a:solidFill>
          <a:schemeClr val="bg1"/>
        </a:solidFill>
        <a:ln w="19050" cap="flat" cmpd="sng" algn="ctr">
          <a:solidFill>
            <a:schemeClr val="accent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100000"/>
            </a:lnSpc>
            <a:spcBef>
              <a:spcPct val="0"/>
            </a:spcBef>
            <a:spcAft>
              <a:spcPct val="35000"/>
            </a:spcAft>
            <a:buNone/>
          </a:pPr>
          <a:r>
            <a:rPr lang="en-US" sz="1800" b="1" kern="1200" dirty="0">
              <a:solidFill>
                <a:schemeClr val="tx1"/>
              </a:solidFill>
              <a:latin typeface="Times New Roman" panose="02020603050405020304" pitchFamily="18" charset="0"/>
              <a:cs typeface="Times New Roman" panose="02020603050405020304" pitchFamily="18" charset="0"/>
              <a:sym typeface="+mn-ea"/>
            </a:rPr>
            <a:t>Curing (7,14,28days)</a:t>
          </a:r>
        </a:p>
      </dsp:txBody>
      <dsp:txXfrm>
        <a:off x="6617388" y="2169123"/>
        <a:ext cx="2498272" cy="1498963"/>
      </dsp:txXfrm>
    </dsp:sp>
    <dsp:sp modelId="{236E746B-1D10-47B6-A6CC-670D9E654AA2}">
      <dsp:nvSpPr>
        <dsp:cNvPr id="0" name=""/>
        <dsp:cNvSpPr/>
      </dsp:nvSpPr>
      <dsp:spPr>
        <a:xfrm>
          <a:off x="2794880" y="4984959"/>
          <a:ext cx="530836" cy="91440"/>
        </a:xfrm>
        <a:custGeom>
          <a:avLst/>
          <a:gdLst/>
          <a:ahLst/>
          <a:cxnLst/>
          <a:rect l="0" t="0" r="0" b="0"/>
          <a:pathLst>
            <a:path>
              <a:moveTo>
                <a:pt x="0" y="45720"/>
              </a:moveTo>
              <a:lnTo>
                <a:pt x="282518" y="45720"/>
              </a:lnTo>
              <a:lnTo>
                <a:pt x="282518" y="45854"/>
              </a:lnTo>
              <a:lnTo>
                <a:pt x="530836" y="45854"/>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dirty="0">
            <a:solidFill>
              <a:schemeClr val="tx1"/>
            </a:solidFill>
          </a:endParaRPr>
        </a:p>
      </dsp:txBody>
      <dsp:txXfrm>
        <a:off x="3046263" y="5027803"/>
        <a:ext cx="28071" cy="5751"/>
      </dsp:txXfrm>
    </dsp:sp>
    <dsp:sp modelId="{445D4616-4548-4B0F-B41C-74703C0B32FF}">
      <dsp:nvSpPr>
        <dsp:cNvPr id="0" name=""/>
        <dsp:cNvSpPr/>
      </dsp:nvSpPr>
      <dsp:spPr>
        <a:xfrm>
          <a:off x="298408" y="4281197"/>
          <a:ext cx="2498272" cy="1498963"/>
        </a:xfrm>
        <a:prstGeom prst="rect">
          <a:avLst/>
        </a:prstGeom>
        <a:solidFill>
          <a:schemeClr val="bg1"/>
        </a:solidFill>
        <a:ln w="19050" cap="flat" cmpd="sng" algn="ctr">
          <a:solidFill>
            <a:schemeClr val="accent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100000"/>
            </a:lnSpc>
            <a:spcBef>
              <a:spcPct val="0"/>
            </a:spcBef>
            <a:spcAft>
              <a:spcPct val="35000"/>
            </a:spcAft>
            <a:buNone/>
          </a:pPr>
          <a:r>
            <a:rPr lang="en-US" sz="1800" b="1" kern="1200" dirty="0">
              <a:solidFill>
                <a:schemeClr val="tx1"/>
              </a:solidFill>
              <a:latin typeface="Times New Roman" panose="02020603050405020304" pitchFamily="18" charset="0"/>
              <a:cs typeface="Times New Roman" panose="02020603050405020304" pitchFamily="18" charset="0"/>
            </a:rPr>
            <a:t>Testing of concrete cubes &amp; cylinders</a:t>
          </a:r>
          <a:endParaRPr lang="en-IN" sz="1800" b="1" kern="1200" dirty="0">
            <a:solidFill>
              <a:schemeClr val="tx1"/>
            </a:solidFill>
            <a:latin typeface="Times New Roman" panose="02020603050405020304" pitchFamily="18" charset="0"/>
            <a:cs typeface="Times New Roman" panose="02020603050405020304" pitchFamily="18" charset="0"/>
          </a:endParaRPr>
        </a:p>
      </dsp:txBody>
      <dsp:txXfrm>
        <a:off x="298408" y="4281197"/>
        <a:ext cx="2498272" cy="1498963"/>
      </dsp:txXfrm>
    </dsp:sp>
    <dsp:sp modelId="{780C3307-3F45-4AEF-9300-BDC5B3857DC1}">
      <dsp:nvSpPr>
        <dsp:cNvPr id="0" name=""/>
        <dsp:cNvSpPr/>
      </dsp:nvSpPr>
      <dsp:spPr>
        <a:xfrm>
          <a:off x="5854589" y="4985094"/>
          <a:ext cx="547725" cy="91440"/>
        </a:xfrm>
        <a:custGeom>
          <a:avLst/>
          <a:gdLst/>
          <a:ahLst/>
          <a:cxnLst/>
          <a:rect l="0" t="0" r="0" b="0"/>
          <a:pathLst>
            <a:path>
              <a:moveTo>
                <a:pt x="0" y="45720"/>
              </a:moveTo>
              <a:lnTo>
                <a:pt x="290962" y="45720"/>
              </a:lnTo>
              <a:lnTo>
                <a:pt x="290962" y="52178"/>
              </a:lnTo>
              <a:lnTo>
                <a:pt x="547725" y="52178"/>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dirty="0">
            <a:solidFill>
              <a:schemeClr val="tx1"/>
            </a:solidFill>
          </a:endParaRPr>
        </a:p>
      </dsp:txBody>
      <dsp:txXfrm>
        <a:off x="6113993" y="5027938"/>
        <a:ext cx="28918" cy="5751"/>
      </dsp:txXfrm>
    </dsp:sp>
    <dsp:sp modelId="{8BA04975-4E36-4C6D-88EA-8F56FEAD4953}">
      <dsp:nvSpPr>
        <dsp:cNvPr id="0" name=""/>
        <dsp:cNvSpPr/>
      </dsp:nvSpPr>
      <dsp:spPr>
        <a:xfrm>
          <a:off x="3358117" y="4281332"/>
          <a:ext cx="2498272" cy="1498963"/>
        </a:xfrm>
        <a:prstGeom prst="rect">
          <a:avLst/>
        </a:prstGeom>
        <a:solidFill>
          <a:schemeClr val="bg1"/>
        </a:solidFill>
        <a:ln w="19050" cap="flat" cmpd="sng" algn="ctr">
          <a:solidFill>
            <a:schemeClr val="accent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100000"/>
            </a:lnSpc>
            <a:spcBef>
              <a:spcPct val="0"/>
            </a:spcBef>
            <a:spcAft>
              <a:spcPct val="35000"/>
            </a:spcAft>
            <a:buNone/>
          </a:pPr>
          <a:r>
            <a:rPr lang="en-US" sz="1800" b="1" kern="1200" dirty="0">
              <a:solidFill>
                <a:schemeClr val="tx1"/>
              </a:solidFill>
              <a:latin typeface="Times New Roman" panose="02020603050405020304" pitchFamily="18" charset="0"/>
              <a:cs typeface="Times New Roman" panose="02020603050405020304" pitchFamily="18" charset="0"/>
            </a:rPr>
            <a:t>Results and Discussions</a:t>
          </a:r>
          <a:endParaRPr lang="en-IN" sz="1800" b="1" kern="1200" dirty="0">
            <a:solidFill>
              <a:schemeClr val="tx1"/>
            </a:solidFill>
            <a:latin typeface="Times New Roman" panose="02020603050405020304" pitchFamily="18" charset="0"/>
            <a:cs typeface="Times New Roman" panose="02020603050405020304" pitchFamily="18" charset="0"/>
          </a:endParaRPr>
        </a:p>
      </dsp:txBody>
      <dsp:txXfrm>
        <a:off x="3358117" y="4281332"/>
        <a:ext cx="2498272" cy="1498963"/>
      </dsp:txXfrm>
    </dsp:sp>
    <dsp:sp modelId="{3AD4F03B-4977-4CEE-A8DE-FB96E2D30083}">
      <dsp:nvSpPr>
        <dsp:cNvPr id="0" name=""/>
        <dsp:cNvSpPr/>
      </dsp:nvSpPr>
      <dsp:spPr>
        <a:xfrm>
          <a:off x="6434715" y="4287791"/>
          <a:ext cx="2498272" cy="1498963"/>
        </a:xfrm>
        <a:prstGeom prst="rect">
          <a:avLst/>
        </a:prstGeom>
        <a:solidFill>
          <a:schemeClr val="bg1"/>
        </a:solidFill>
        <a:ln w="19050" cap="flat" cmpd="sng" algn="ctr">
          <a:solidFill>
            <a:schemeClr val="accent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100000"/>
            </a:lnSpc>
            <a:spcBef>
              <a:spcPct val="0"/>
            </a:spcBef>
            <a:spcAft>
              <a:spcPct val="35000"/>
            </a:spcAft>
            <a:buNone/>
          </a:pPr>
          <a:r>
            <a:rPr lang="en-US" sz="1800" b="1" kern="1200" dirty="0">
              <a:solidFill>
                <a:schemeClr val="tx1"/>
              </a:solidFill>
              <a:latin typeface="Times New Roman" panose="02020603050405020304" pitchFamily="18" charset="0"/>
              <a:cs typeface="Times New Roman" panose="02020603050405020304" pitchFamily="18" charset="0"/>
            </a:rPr>
            <a:t>Conclusion</a:t>
          </a:r>
          <a:endParaRPr lang="en-IN" sz="1800" b="1" kern="1200" dirty="0">
            <a:solidFill>
              <a:schemeClr val="tx1"/>
            </a:solidFill>
            <a:latin typeface="Times New Roman" panose="02020603050405020304" pitchFamily="18" charset="0"/>
            <a:cs typeface="Times New Roman" panose="02020603050405020304" pitchFamily="18" charset="0"/>
          </a:endParaRPr>
        </a:p>
      </dsp:txBody>
      <dsp:txXfrm>
        <a:off x="6434715" y="4287791"/>
        <a:ext cx="2498272" cy="1498963"/>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1">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bkpt" val="endCnv"/>
          <dgm:param type="contDir" val="sameDir"/>
          <dgm:param type="grDir" val="tL"/>
          <dgm:param type="flowDir" val="row"/>
        </dgm:alg>
      </dgm:if>
      <dgm:else name="Name3">
        <dgm:alg type="snake">
          <dgm:param type="bkpt" val="endCnv"/>
          <dgm:param type="contDir" val="sameDir"/>
          <dgm:param type="grDir" val="tR"/>
          <dgm:param type="flowDir" val="row"/>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dim" val="1D"/>
                <dgm:param type="connRout" val="bend"/>
                <dgm:param type="begPts" val="midR bCtr"/>
                <dgm:param type="endPts" val="midL tCtr"/>
              </dgm:alg>
            </dgm:if>
            <dgm:else name="Name6">
              <dgm:alg type="conn">
                <dgm:param type="dim" val="1D"/>
                <dgm:param type="connRout" val="ben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E8DED6-A7C4-43E1-873A-B96C73223D69}" type="datetimeFigureOut">
              <a:rPr lang="en-IN" smtClean="0"/>
              <a:t>30-10-2025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2E7B5E-8022-4449-9409-FFE3FD2689A7}" type="slidenum">
              <a:rPr lang="en-IN" smtClean="0"/>
              <a:t>‹#›</a:t>
            </a:fld>
            <a:endParaRPr lang="en-IN"/>
          </a:p>
        </p:txBody>
      </p:sp>
    </p:spTree>
    <p:extLst>
      <p:ext uri="{BB962C8B-B14F-4D97-AF65-F5344CB8AC3E}">
        <p14:creationId xmlns:p14="http://schemas.microsoft.com/office/powerpoint/2010/main" val="3375339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B0C60B4-1290-41A5-BE5B-EEA68194BACB}" type="slidenum">
              <a:rPr lang="en-US" smtClean="0"/>
              <a:t>7</a:t>
            </a:fld>
            <a:endParaRPr lang="en-US"/>
          </a:p>
        </p:txBody>
      </p:sp>
    </p:spTree>
    <p:extLst>
      <p:ext uri="{BB962C8B-B14F-4D97-AF65-F5344CB8AC3E}">
        <p14:creationId xmlns:p14="http://schemas.microsoft.com/office/powerpoint/2010/main" val="39954787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855E2-00F5-DFAD-32BC-D72059869B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2F44DBD-0258-2FA2-7667-4D001E2AFD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62AA303-1EB4-F946-8C19-007591463478}"/>
              </a:ext>
            </a:extLst>
          </p:cNvPr>
          <p:cNvSpPr>
            <a:spLocks noGrp="1"/>
          </p:cNvSpPr>
          <p:nvPr>
            <p:ph type="dt" sz="half" idx="10"/>
          </p:nvPr>
        </p:nvSpPr>
        <p:spPr/>
        <p:txBody>
          <a:bodyPr/>
          <a:lstStyle/>
          <a:p>
            <a:fld id="{7157D76D-3118-42DA-906A-2F52B31606FF}" type="datetimeFigureOut">
              <a:rPr lang="en-IN" smtClean="0"/>
              <a:t>30-10-2025</a:t>
            </a:fld>
            <a:endParaRPr lang="en-IN"/>
          </a:p>
        </p:txBody>
      </p:sp>
      <p:sp>
        <p:nvSpPr>
          <p:cNvPr id="5" name="Footer Placeholder 4">
            <a:extLst>
              <a:ext uri="{FF2B5EF4-FFF2-40B4-BE49-F238E27FC236}">
                <a16:creationId xmlns:a16="http://schemas.microsoft.com/office/drawing/2014/main" id="{E212644B-D6A9-9180-84EF-8B59ABE1F0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2BB00D-DC11-D1CB-EF9F-5EA04B98E7B3}"/>
              </a:ext>
            </a:extLst>
          </p:cNvPr>
          <p:cNvSpPr>
            <a:spLocks noGrp="1"/>
          </p:cNvSpPr>
          <p:nvPr>
            <p:ph type="sldNum" sz="quarter" idx="12"/>
          </p:nvPr>
        </p:nvSpPr>
        <p:spPr/>
        <p:txBody>
          <a:bodyPr/>
          <a:lstStyle/>
          <a:p>
            <a:fld id="{4F59199F-DFB4-43DC-9C7A-9ACB6D884C8A}" type="slidenum">
              <a:rPr lang="en-IN" smtClean="0"/>
              <a:t>‹#›</a:t>
            </a:fld>
            <a:endParaRPr lang="en-IN"/>
          </a:p>
        </p:txBody>
      </p:sp>
    </p:spTree>
    <p:extLst>
      <p:ext uri="{BB962C8B-B14F-4D97-AF65-F5344CB8AC3E}">
        <p14:creationId xmlns:p14="http://schemas.microsoft.com/office/powerpoint/2010/main" val="531665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685F3-523A-E67D-1C1A-C7DD2C0DD3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65AC12-39A2-BDDA-992C-77AB674846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07BFE7-037D-39D6-5411-6DA128DB103A}"/>
              </a:ext>
            </a:extLst>
          </p:cNvPr>
          <p:cNvSpPr>
            <a:spLocks noGrp="1"/>
          </p:cNvSpPr>
          <p:nvPr>
            <p:ph type="dt" sz="half" idx="10"/>
          </p:nvPr>
        </p:nvSpPr>
        <p:spPr/>
        <p:txBody>
          <a:bodyPr/>
          <a:lstStyle/>
          <a:p>
            <a:fld id="{7157D76D-3118-42DA-906A-2F52B31606FF}" type="datetimeFigureOut">
              <a:rPr lang="en-IN" smtClean="0"/>
              <a:t>30-10-2025</a:t>
            </a:fld>
            <a:endParaRPr lang="en-IN"/>
          </a:p>
        </p:txBody>
      </p:sp>
      <p:sp>
        <p:nvSpPr>
          <p:cNvPr id="5" name="Footer Placeholder 4">
            <a:extLst>
              <a:ext uri="{FF2B5EF4-FFF2-40B4-BE49-F238E27FC236}">
                <a16:creationId xmlns:a16="http://schemas.microsoft.com/office/drawing/2014/main" id="{689D3B05-0C65-0DE3-3F50-01DB5D500A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E50D6B-6B96-2081-189E-82853E0687CA}"/>
              </a:ext>
            </a:extLst>
          </p:cNvPr>
          <p:cNvSpPr>
            <a:spLocks noGrp="1"/>
          </p:cNvSpPr>
          <p:nvPr>
            <p:ph type="sldNum" sz="quarter" idx="12"/>
          </p:nvPr>
        </p:nvSpPr>
        <p:spPr/>
        <p:txBody>
          <a:bodyPr/>
          <a:lstStyle/>
          <a:p>
            <a:fld id="{4F59199F-DFB4-43DC-9C7A-9ACB6D884C8A}" type="slidenum">
              <a:rPr lang="en-IN" smtClean="0"/>
              <a:t>‹#›</a:t>
            </a:fld>
            <a:endParaRPr lang="en-IN"/>
          </a:p>
        </p:txBody>
      </p:sp>
    </p:spTree>
    <p:extLst>
      <p:ext uri="{BB962C8B-B14F-4D97-AF65-F5344CB8AC3E}">
        <p14:creationId xmlns:p14="http://schemas.microsoft.com/office/powerpoint/2010/main" val="770017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900C4-B5CB-B200-9550-7C64A4BE2B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CD4C645-4880-AC63-E224-BD2366425B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61A8D1-5472-DB92-442A-23A31255E03E}"/>
              </a:ext>
            </a:extLst>
          </p:cNvPr>
          <p:cNvSpPr>
            <a:spLocks noGrp="1"/>
          </p:cNvSpPr>
          <p:nvPr>
            <p:ph type="dt" sz="half" idx="10"/>
          </p:nvPr>
        </p:nvSpPr>
        <p:spPr/>
        <p:txBody>
          <a:bodyPr/>
          <a:lstStyle/>
          <a:p>
            <a:fld id="{7157D76D-3118-42DA-906A-2F52B31606FF}" type="datetimeFigureOut">
              <a:rPr lang="en-IN" smtClean="0"/>
              <a:t>30-10-2025</a:t>
            </a:fld>
            <a:endParaRPr lang="en-IN"/>
          </a:p>
        </p:txBody>
      </p:sp>
      <p:sp>
        <p:nvSpPr>
          <p:cNvPr id="5" name="Footer Placeholder 4">
            <a:extLst>
              <a:ext uri="{FF2B5EF4-FFF2-40B4-BE49-F238E27FC236}">
                <a16:creationId xmlns:a16="http://schemas.microsoft.com/office/drawing/2014/main" id="{9B9D7353-E5E3-71AA-233D-88B7D22D0D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1B24A7-981C-494C-36E8-C1CC43C38B90}"/>
              </a:ext>
            </a:extLst>
          </p:cNvPr>
          <p:cNvSpPr>
            <a:spLocks noGrp="1"/>
          </p:cNvSpPr>
          <p:nvPr>
            <p:ph type="sldNum" sz="quarter" idx="12"/>
          </p:nvPr>
        </p:nvSpPr>
        <p:spPr/>
        <p:txBody>
          <a:bodyPr/>
          <a:lstStyle/>
          <a:p>
            <a:fld id="{4F59199F-DFB4-43DC-9C7A-9ACB6D884C8A}" type="slidenum">
              <a:rPr lang="en-IN" smtClean="0"/>
              <a:t>‹#›</a:t>
            </a:fld>
            <a:endParaRPr lang="en-IN"/>
          </a:p>
        </p:txBody>
      </p:sp>
    </p:spTree>
    <p:extLst>
      <p:ext uri="{BB962C8B-B14F-4D97-AF65-F5344CB8AC3E}">
        <p14:creationId xmlns:p14="http://schemas.microsoft.com/office/powerpoint/2010/main" val="1838610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A479B-727A-EF07-8225-511B6AB27F8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F65AB8C-7166-12E0-4ED3-76BB00A13C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B5EC1FA-9616-B452-4058-7868F2903B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3B56F48-6AB7-AF12-79B1-5BC4A967616A}"/>
              </a:ext>
            </a:extLst>
          </p:cNvPr>
          <p:cNvSpPr>
            <a:spLocks noGrp="1"/>
          </p:cNvSpPr>
          <p:nvPr>
            <p:ph type="dt" sz="half" idx="10"/>
          </p:nvPr>
        </p:nvSpPr>
        <p:spPr/>
        <p:txBody>
          <a:bodyPr/>
          <a:lstStyle/>
          <a:p>
            <a:fld id="{7157D76D-3118-42DA-906A-2F52B31606FF}" type="datetimeFigureOut">
              <a:rPr lang="en-IN" smtClean="0"/>
              <a:t>30-10-2025</a:t>
            </a:fld>
            <a:endParaRPr lang="en-IN"/>
          </a:p>
        </p:txBody>
      </p:sp>
      <p:sp>
        <p:nvSpPr>
          <p:cNvPr id="6" name="Footer Placeholder 5">
            <a:extLst>
              <a:ext uri="{FF2B5EF4-FFF2-40B4-BE49-F238E27FC236}">
                <a16:creationId xmlns:a16="http://schemas.microsoft.com/office/drawing/2014/main" id="{0CC34389-CC63-BA4D-996E-F23D5D4C51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493256-2EEE-0776-BC60-6E832DB242E3}"/>
              </a:ext>
            </a:extLst>
          </p:cNvPr>
          <p:cNvSpPr>
            <a:spLocks noGrp="1"/>
          </p:cNvSpPr>
          <p:nvPr>
            <p:ph type="sldNum" sz="quarter" idx="12"/>
          </p:nvPr>
        </p:nvSpPr>
        <p:spPr/>
        <p:txBody>
          <a:bodyPr/>
          <a:lstStyle/>
          <a:p>
            <a:fld id="{4F59199F-DFB4-43DC-9C7A-9ACB6D884C8A}" type="slidenum">
              <a:rPr lang="en-IN" smtClean="0"/>
              <a:t>‹#›</a:t>
            </a:fld>
            <a:endParaRPr lang="en-IN"/>
          </a:p>
        </p:txBody>
      </p:sp>
    </p:spTree>
    <p:extLst>
      <p:ext uri="{BB962C8B-B14F-4D97-AF65-F5344CB8AC3E}">
        <p14:creationId xmlns:p14="http://schemas.microsoft.com/office/powerpoint/2010/main" val="2555083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F9AFB-1861-586F-74FE-69DE9EE8C95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4E9541D-DA7D-AF61-E364-8947B06EE5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305502-8D23-BB99-1334-4D9F72AAA4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7352CAF-E922-6499-E76C-F08B5EF1A3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353394-7770-F26F-1F73-1925840764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1C3D73A-E9D7-A035-6346-36B96AF4732D}"/>
              </a:ext>
            </a:extLst>
          </p:cNvPr>
          <p:cNvSpPr>
            <a:spLocks noGrp="1"/>
          </p:cNvSpPr>
          <p:nvPr>
            <p:ph type="dt" sz="half" idx="10"/>
          </p:nvPr>
        </p:nvSpPr>
        <p:spPr/>
        <p:txBody>
          <a:bodyPr/>
          <a:lstStyle/>
          <a:p>
            <a:fld id="{7157D76D-3118-42DA-906A-2F52B31606FF}" type="datetimeFigureOut">
              <a:rPr lang="en-IN" smtClean="0"/>
              <a:t>30-10-2025</a:t>
            </a:fld>
            <a:endParaRPr lang="en-IN"/>
          </a:p>
        </p:txBody>
      </p:sp>
      <p:sp>
        <p:nvSpPr>
          <p:cNvPr id="8" name="Footer Placeholder 7">
            <a:extLst>
              <a:ext uri="{FF2B5EF4-FFF2-40B4-BE49-F238E27FC236}">
                <a16:creationId xmlns:a16="http://schemas.microsoft.com/office/drawing/2014/main" id="{5422A1BC-825E-E4F2-6074-10CE4CD5E9F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E428EAF-4406-6AC6-6D4C-F35044F756FD}"/>
              </a:ext>
            </a:extLst>
          </p:cNvPr>
          <p:cNvSpPr>
            <a:spLocks noGrp="1"/>
          </p:cNvSpPr>
          <p:nvPr>
            <p:ph type="sldNum" sz="quarter" idx="12"/>
          </p:nvPr>
        </p:nvSpPr>
        <p:spPr/>
        <p:txBody>
          <a:bodyPr/>
          <a:lstStyle/>
          <a:p>
            <a:fld id="{4F59199F-DFB4-43DC-9C7A-9ACB6D884C8A}" type="slidenum">
              <a:rPr lang="en-IN" smtClean="0"/>
              <a:t>‹#›</a:t>
            </a:fld>
            <a:endParaRPr lang="en-IN"/>
          </a:p>
        </p:txBody>
      </p:sp>
    </p:spTree>
    <p:extLst>
      <p:ext uri="{BB962C8B-B14F-4D97-AF65-F5344CB8AC3E}">
        <p14:creationId xmlns:p14="http://schemas.microsoft.com/office/powerpoint/2010/main" val="1803469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FCEEA-C612-EF76-6334-B69185FB0A1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AC1FCB0-AB67-362C-F1AF-BFE8E656EC41}"/>
              </a:ext>
            </a:extLst>
          </p:cNvPr>
          <p:cNvSpPr>
            <a:spLocks noGrp="1"/>
          </p:cNvSpPr>
          <p:nvPr>
            <p:ph type="dt" sz="half" idx="10"/>
          </p:nvPr>
        </p:nvSpPr>
        <p:spPr/>
        <p:txBody>
          <a:bodyPr/>
          <a:lstStyle/>
          <a:p>
            <a:fld id="{7157D76D-3118-42DA-906A-2F52B31606FF}" type="datetimeFigureOut">
              <a:rPr lang="en-IN" smtClean="0"/>
              <a:t>30-10-2025</a:t>
            </a:fld>
            <a:endParaRPr lang="en-IN"/>
          </a:p>
        </p:txBody>
      </p:sp>
      <p:sp>
        <p:nvSpPr>
          <p:cNvPr id="4" name="Footer Placeholder 3">
            <a:extLst>
              <a:ext uri="{FF2B5EF4-FFF2-40B4-BE49-F238E27FC236}">
                <a16:creationId xmlns:a16="http://schemas.microsoft.com/office/drawing/2014/main" id="{589303FB-C150-B337-0477-4CDDAF98547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C42B9A6-0024-C6FE-9DE7-123157558811}"/>
              </a:ext>
            </a:extLst>
          </p:cNvPr>
          <p:cNvSpPr>
            <a:spLocks noGrp="1"/>
          </p:cNvSpPr>
          <p:nvPr>
            <p:ph type="sldNum" sz="quarter" idx="12"/>
          </p:nvPr>
        </p:nvSpPr>
        <p:spPr/>
        <p:txBody>
          <a:bodyPr/>
          <a:lstStyle/>
          <a:p>
            <a:fld id="{4F59199F-DFB4-43DC-9C7A-9ACB6D884C8A}" type="slidenum">
              <a:rPr lang="en-IN" smtClean="0"/>
              <a:t>‹#›</a:t>
            </a:fld>
            <a:endParaRPr lang="en-IN"/>
          </a:p>
        </p:txBody>
      </p:sp>
    </p:spTree>
    <p:extLst>
      <p:ext uri="{BB962C8B-B14F-4D97-AF65-F5344CB8AC3E}">
        <p14:creationId xmlns:p14="http://schemas.microsoft.com/office/powerpoint/2010/main" val="2906309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86B968-1C8D-C69C-F556-A8FEFC8D3504}"/>
              </a:ext>
            </a:extLst>
          </p:cNvPr>
          <p:cNvSpPr>
            <a:spLocks noGrp="1"/>
          </p:cNvSpPr>
          <p:nvPr>
            <p:ph type="dt" sz="half" idx="10"/>
          </p:nvPr>
        </p:nvSpPr>
        <p:spPr/>
        <p:txBody>
          <a:bodyPr/>
          <a:lstStyle/>
          <a:p>
            <a:fld id="{7157D76D-3118-42DA-906A-2F52B31606FF}" type="datetimeFigureOut">
              <a:rPr lang="en-IN" smtClean="0"/>
              <a:t>30-10-2025</a:t>
            </a:fld>
            <a:endParaRPr lang="en-IN"/>
          </a:p>
        </p:txBody>
      </p:sp>
      <p:sp>
        <p:nvSpPr>
          <p:cNvPr id="3" name="Footer Placeholder 2">
            <a:extLst>
              <a:ext uri="{FF2B5EF4-FFF2-40B4-BE49-F238E27FC236}">
                <a16:creationId xmlns:a16="http://schemas.microsoft.com/office/drawing/2014/main" id="{2D320177-FC1B-9052-AE38-19AED46E47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4B06CAD-41C1-708B-1025-3E8C600F037D}"/>
              </a:ext>
            </a:extLst>
          </p:cNvPr>
          <p:cNvSpPr>
            <a:spLocks noGrp="1"/>
          </p:cNvSpPr>
          <p:nvPr>
            <p:ph type="sldNum" sz="quarter" idx="12"/>
          </p:nvPr>
        </p:nvSpPr>
        <p:spPr/>
        <p:txBody>
          <a:bodyPr/>
          <a:lstStyle/>
          <a:p>
            <a:fld id="{4F59199F-DFB4-43DC-9C7A-9ACB6D884C8A}" type="slidenum">
              <a:rPr lang="en-IN" smtClean="0"/>
              <a:t>‹#›</a:t>
            </a:fld>
            <a:endParaRPr lang="en-IN"/>
          </a:p>
        </p:txBody>
      </p:sp>
    </p:spTree>
    <p:extLst>
      <p:ext uri="{BB962C8B-B14F-4D97-AF65-F5344CB8AC3E}">
        <p14:creationId xmlns:p14="http://schemas.microsoft.com/office/powerpoint/2010/main" val="3622334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B9C43-A6F3-6EFE-33F6-2FC62028BB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2CC189F-4712-6397-40DC-054C50E815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E1F7E78-0C03-5568-63BA-AA8BAF667E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AC881B-B3EE-AFE1-23F8-CC9FB2A97BC1}"/>
              </a:ext>
            </a:extLst>
          </p:cNvPr>
          <p:cNvSpPr>
            <a:spLocks noGrp="1"/>
          </p:cNvSpPr>
          <p:nvPr>
            <p:ph type="dt" sz="half" idx="10"/>
          </p:nvPr>
        </p:nvSpPr>
        <p:spPr/>
        <p:txBody>
          <a:bodyPr/>
          <a:lstStyle/>
          <a:p>
            <a:fld id="{7157D76D-3118-42DA-906A-2F52B31606FF}" type="datetimeFigureOut">
              <a:rPr lang="en-IN" smtClean="0"/>
              <a:t>30-10-2025</a:t>
            </a:fld>
            <a:endParaRPr lang="en-IN"/>
          </a:p>
        </p:txBody>
      </p:sp>
      <p:sp>
        <p:nvSpPr>
          <p:cNvPr id="6" name="Footer Placeholder 5">
            <a:extLst>
              <a:ext uri="{FF2B5EF4-FFF2-40B4-BE49-F238E27FC236}">
                <a16:creationId xmlns:a16="http://schemas.microsoft.com/office/drawing/2014/main" id="{F983888C-67BD-1D1B-F231-C9C5AEC6C0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A08469-D560-8FCF-44BA-589148563AD9}"/>
              </a:ext>
            </a:extLst>
          </p:cNvPr>
          <p:cNvSpPr>
            <a:spLocks noGrp="1"/>
          </p:cNvSpPr>
          <p:nvPr>
            <p:ph type="sldNum" sz="quarter" idx="12"/>
          </p:nvPr>
        </p:nvSpPr>
        <p:spPr/>
        <p:txBody>
          <a:bodyPr/>
          <a:lstStyle/>
          <a:p>
            <a:fld id="{4F59199F-DFB4-43DC-9C7A-9ACB6D884C8A}" type="slidenum">
              <a:rPr lang="en-IN" smtClean="0"/>
              <a:t>‹#›</a:t>
            </a:fld>
            <a:endParaRPr lang="en-IN"/>
          </a:p>
        </p:txBody>
      </p:sp>
    </p:spTree>
    <p:extLst>
      <p:ext uri="{BB962C8B-B14F-4D97-AF65-F5344CB8AC3E}">
        <p14:creationId xmlns:p14="http://schemas.microsoft.com/office/powerpoint/2010/main" val="3100336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521FD-5EEF-2782-26A0-E7CC9522DD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4EE8E78-BD9C-C561-DF54-41CD422528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14482DA-F402-78B2-4952-EF1822C11C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40F2E6-579B-F64B-A1F7-07DAB8D1E51B}"/>
              </a:ext>
            </a:extLst>
          </p:cNvPr>
          <p:cNvSpPr>
            <a:spLocks noGrp="1"/>
          </p:cNvSpPr>
          <p:nvPr>
            <p:ph type="dt" sz="half" idx="10"/>
          </p:nvPr>
        </p:nvSpPr>
        <p:spPr/>
        <p:txBody>
          <a:bodyPr/>
          <a:lstStyle/>
          <a:p>
            <a:fld id="{7157D76D-3118-42DA-906A-2F52B31606FF}" type="datetimeFigureOut">
              <a:rPr lang="en-IN" smtClean="0"/>
              <a:t>30-10-2025</a:t>
            </a:fld>
            <a:endParaRPr lang="en-IN"/>
          </a:p>
        </p:txBody>
      </p:sp>
      <p:sp>
        <p:nvSpPr>
          <p:cNvPr id="6" name="Footer Placeholder 5">
            <a:extLst>
              <a:ext uri="{FF2B5EF4-FFF2-40B4-BE49-F238E27FC236}">
                <a16:creationId xmlns:a16="http://schemas.microsoft.com/office/drawing/2014/main" id="{729F98A2-545D-53C1-B733-15F8F82C46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57D5C-67AB-C37C-B5C8-B2219161C518}"/>
              </a:ext>
            </a:extLst>
          </p:cNvPr>
          <p:cNvSpPr>
            <a:spLocks noGrp="1"/>
          </p:cNvSpPr>
          <p:nvPr>
            <p:ph type="sldNum" sz="quarter" idx="12"/>
          </p:nvPr>
        </p:nvSpPr>
        <p:spPr/>
        <p:txBody>
          <a:bodyPr/>
          <a:lstStyle/>
          <a:p>
            <a:fld id="{4F59199F-DFB4-43DC-9C7A-9ACB6D884C8A}" type="slidenum">
              <a:rPr lang="en-IN" smtClean="0"/>
              <a:t>‹#›</a:t>
            </a:fld>
            <a:endParaRPr lang="en-IN"/>
          </a:p>
        </p:txBody>
      </p:sp>
    </p:spTree>
    <p:extLst>
      <p:ext uri="{BB962C8B-B14F-4D97-AF65-F5344CB8AC3E}">
        <p14:creationId xmlns:p14="http://schemas.microsoft.com/office/powerpoint/2010/main" val="67602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CD25E-7CF6-EEF7-52EE-3D3E80AC22A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60D769-D88C-D972-7469-C84186639C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4D39A7-E711-EF32-280D-E9CFF4B4638F}"/>
              </a:ext>
            </a:extLst>
          </p:cNvPr>
          <p:cNvSpPr>
            <a:spLocks noGrp="1"/>
          </p:cNvSpPr>
          <p:nvPr>
            <p:ph type="dt" sz="half" idx="10"/>
          </p:nvPr>
        </p:nvSpPr>
        <p:spPr/>
        <p:txBody>
          <a:bodyPr/>
          <a:lstStyle/>
          <a:p>
            <a:fld id="{7157D76D-3118-42DA-906A-2F52B31606FF}" type="datetimeFigureOut">
              <a:rPr lang="en-IN" smtClean="0"/>
              <a:t>30-10-2025</a:t>
            </a:fld>
            <a:endParaRPr lang="en-IN"/>
          </a:p>
        </p:txBody>
      </p:sp>
      <p:sp>
        <p:nvSpPr>
          <p:cNvPr id="5" name="Footer Placeholder 4">
            <a:extLst>
              <a:ext uri="{FF2B5EF4-FFF2-40B4-BE49-F238E27FC236}">
                <a16:creationId xmlns:a16="http://schemas.microsoft.com/office/drawing/2014/main" id="{0D3FE599-CC7A-A36E-65A9-6EB0BF2F57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7BF2E2-EEEF-B003-7989-C2E19206A02C}"/>
              </a:ext>
            </a:extLst>
          </p:cNvPr>
          <p:cNvSpPr>
            <a:spLocks noGrp="1"/>
          </p:cNvSpPr>
          <p:nvPr>
            <p:ph type="sldNum" sz="quarter" idx="12"/>
          </p:nvPr>
        </p:nvSpPr>
        <p:spPr/>
        <p:txBody>
          <a:bodyPr/>
          <a:lstStyle/>
          <a:p>
            <a:fld id="{4F59199F-DFB4-43DC-9C7A-9ACB6D884C8A}" type="slidenum">
              <a:rPr lang="en-IN" smtClean="0"/>
              <a:t>‹#›</a:t>
            </a:fld>
            <a:endParaRPr lang="en-IN"/>
          </a:p>
        </p:txBody>
      </p:sp>
    </p:spTree>
    <p:extLst>
      <p:ext uri="{BB962C8B-B14F-4D97-AF65-F5344CB8AC3E}">
        <p14:creationId xmlns:p14="http://schemas.microsoft.com/office/powerpoint/2010/main" val="2721299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925838-110E-D7CD-F563-2210E5DBFDD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288F31-3897-6D48-0615-2337324315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A1B0B7-F553-CCDF-8322-754EFFCEA33E}"/>
              </a:ext>
            </a:extLst>
          </p:cNvPr>
          <p:cNvSpPr>
            <a:spLocks noGrp="1"/>
          </p:cNvSpPr>
          <p:nvPr>
            <p:ph type="dt" sz="half" idx="10"/>
          </p:nvPr>
        </p:nvSpPr>
        <p:spPr/>
        <p:txBody>
          <a:bodyPr/>
          <a:lstStyle/>
          <a:p>
            <a:fld id="{7157D76D-3118-42DA-906A-2F52B31606FF}" type="datetimeFigureOut">
              <a:rPr lang="en-IN" smtClean="0"/>
              <a:t>30-10-2025</a:t>
            </a:fld>
            <a:endParaRPr lang="en-IN"/>
          </a:p>
        </p:txBody>
      </p:sp>
      <p:sp>
        <p:nvSpPr>
          <p:cNvPr id="5" name="Footer Placeholder 4">
            <a:extLst>
              <a:ext uri="{FF2B5EF4-FFF2-40B4-BE49-F238E27FC236}">
                <a16:creationId xmlns:a16="http://schemas.microsoft.com/office/drawing/2014/main" id="{C8DC1880-EDCD-ED17-1100-C2883088F2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B5A192-2265-DE67-8B67-1229AD719DF2}"/>
              </a:ext>
            </a:extLst>
          </p:cNvPr>
          <p:cNvSpPr>
            <a:spLocks noGrp="1"/>
          </p:cNvSpPr>
          <p:nvPr>
            <p:ph type="sldNum" sz="quarter" idx="12"/>
          </p:nvPr>
        </p:nvSpPr>
        <p:spPr/>
        <p:txBody>
          <a:bodyPr/>
          <a:lstStyle/>
          <a:p>
            <a:fld id="{4F59199F-DFB4-43DC-9C7A-9ACB6D884C8A}" type="slidenum">
              <a:rPr lang="en-IN" smtClean="0"/>
              <a:t>‹#›</a:t>
            </a:fld>
            <a:endParaRPr lang="en-IN"/>
          </a:p>
        </p:txBody>
      </p:sp>
    </p:spTree>
    <p:extLst>
      <p:ext uri="{BB962C8B-B14F-4D97-AF65-F5344CB8AC3E}">
        <p14:creationId xmlns:p14="http://schemas.microsoft.com/office/powerpoint/2010/main" val="4261946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5A936A-34D0-A877-89DB-B3BD129741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C75BF2-0F37-C406-94DE-57219D0DAF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9C550E-4B47-18FE-DEB6-05EC05E1F4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57D76D-3118-42DA-906A-2F52B31606FF}" type="datetimeFigureOut">
              <a:rPr lang="en-IN" smtClean="0"/>
              <a:t>30-10-2025</a:t>
            </a:fld>
            <a:endParaRPr lang="en-IN"/>
          </a:p>
        </p:txBody>
      </p:sp>
      <p:sp>
        <p:nvSpPr>
          <p:cNvPr id="5" name="Footer Placeholder 4">
            <a:extLst>
              <a:ext uri="{FF2B5EF4-FFF2-40B4-BE49-F238E27FC236}">
                <a16:creationId xmlns:a16="http://schemas.microsoft.com/office/drawing/2014/main" id="{0B0F43B5-BF5A-A86D-5057-8EC46F1AAC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190AE6F-B955-CCF5-B387-E0D9F3C2C8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59199F-DFB4-43DC-9C7A-9ACB6D884C8A}" type="slidenum">
              <a:rPr lang="en-IN" smtClean="0"/>
              <a:t>‹#›</a:t>
            </a:fld>
            <a:endParaRPr lang="en-IN"/>
          </a:p>
        </p:txBody>
      </p:sp>
    </p:spTree>
    <p:extLst>
      <p:ext uri="{BB962C8B-B14F-4D97-AF65-F5344CB8AC3E}">
        <p14:creationId xmlns:p14="http://schemas.microsoft.com/office/powerpoint/2010/main" val="26089114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5.jpeg"/><Relationship Id="rId11" Type="http://schemas.openxmlformats.org/officeDocument/2006/relationships/image" Target="../media/image10.jpe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jpeg"/><Relationship Id="rId9" Type="http://schemas.openxmlformats.org/officeDocument/2006/relationships/image" Target="../media/image8.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FD763-A94E-3914-C8CA-BEA4B472AAF8}"/>
              </a:ext>
            </a:extLst>
          </p:cNvPr>
          <p:cNvSpPr>
            <a:spLocks noGrp="1"/>
          </p:cNvSpPr>
          <p:nvPr>
            <p:ph type="ctrTitle"/>
          </p:nvPr>
        </p:nvSpPr>
        <p:spPr>
          <a:xfrm>
            <a:off x="1524000" y="285135"/>
            <a:ext cx="9144000" cy="1632155"/>
          </a:xfrm>
        </p:spPr>
        <p:txBody>
          <a:bodyPr>
            <a:normAutofit/>
          </a:bodyPr>
          <a:lstStyle/>
          <a:p>
            <a:r>
              <a:rPr lang="en-US" sz="2800" b="1" dirty="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AN EXPERIMENTAL STUDY ON CONCRETE </a:t>
            </a:r>
            <a:br>
              <a:rPr lang="en-US" sz="2800" b="1" dirty="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br>
            <a:r>
              <a:rPr lang="en-US" sz="2800" b="1" dirty="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BY PARTIAL REPLACEMENT WITH BAGASSE ASH,</a:t>
            </a:r>
            <a:br>
              <a:rPr lang="en-US" sz="2800" b="1" dirty="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br>
            <a:r>
              <a:rPr lang="en-US" sz="2800" b="1" dirty="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RICE HUSK ASH AND STONE DUST</a:t>
            </a:r>
            <a:br>
              <a:rPr lang="en-IN" sz="2800" b="1" i="1" dirty="0">
                <a:latin typeface="Times New Roman" panose="02020603050405020304" pitchFamily="18" charset="0"/>
                <a:cs typeface="Times New Roman" panose="02020603050405020304" pitchFamily="18" charset="0"/>
              </a:rPr>
            </a:br>
            <a:endParaRPr lang="en-IN" sz="2800" dirty="0"/>
          </a:p>
        </p:txBody>
      </p:sp>
      <p:sp>
        <p:nvSpPr>
          <p:cNvPr id="3" name="Subtitle 2">
            <a:extLst>
              <a:ext uri="{FF2B5EF4-FFF2-40B4-BE49-F238E27FC236}">
                <a16:creationId xmlns:a16="http://schemas.microsoft.com/office/drawing/2014/main" id="{3B9EA39A-74B9-9E3B-B386-FA783F8C078E}"/>
              </a:ext>
            </a:extLst>
          </p:cNvPr>
          <p:cNvSpPr>
            <a:spLocks noGrp="1"/>
          </p:cNvSpPr>
          <p:nvPr>
            <p:ph type="subTitle" idx="1"/>
          </p:nvPr>
        </p:nvSpPr>
        <p:spPr>
          <a:xfrm>
            <a:off x="963561" y="3106995"/>
            <a:ext cx="10726994" cy="2595716"/>
          </a:xfrm>
        </p:spPr>
        <p:txBody>
          <a:bodyPr>
            <a:normAutofit/>
          </a:bodyPr>
          <a:lstStyle/>
          <a:p>
            <a:r>
              <a:rPr lang="en-US" dirty="0">
                <a:latin typeface="Times New Roman" panose="02020603050405020304" pitchFamily="18" charset="0"/>
                <a:cs typeface="Times New Roman" panose="02020603050405020304" pitchFamily="18" charset="0"/>
              </a:rPr>
              <a:t>ADITYA INSTITUTE OF TECHNOLOGY AND MANAGEMENT</a:t>
            </a:r>
          </a:p>
          <a:p>
            <a:r>
              <a:rPr lang="en-US" dirty="0">
                <a:latin typeface="Times New Roman" panose="02020603050405020304" pitchFamily="18" charset="0"/>
                <a:cs typeface="Times New Roman" panose="02020603050405020304" pitchFamily="18" charset="0"/>
              </a:rPr>
              <a:t>DEPARTMENT OF CIVIL ENGINEERING</a:t>
            </a:r>
            <a:endParaRPr lang="en-IN" dirty="0">
              <a:latin typeface="Times New Roman" panose="02020603050405020304" pitchFamily="18" charset="0"/>
              <a:cs typeface="Times New Roman" panose="02020603050405020304" pitchFamily="18" charset="0"/>
            </a:endParaRPr>
          </a:p>
          <a:p>
            <a:pPr algn="just"/>
            <a:r>
              <a:rPr lang="en-IN" b="1" i="1" dirty="0">
                <a:latin typeface="Times New Roman" panose="02020603050405020304" pitchFamily="18" charset="0"/>
                <a:cs typeface="Times New Roman" panose="02020603050405020304" pitchFamily="18" charset="0"/>
              </a:rPr>
              <a:t>Under the Esteemed Guidance of                                                      Submitted By</a:t>
            </a:r>
          </a:p>
          <a:p>
            <a:pPr algn="just"/>
            <a:r>
              <a:rPr lang="en-IN" dirty="0">
                <a:latin typeface="Times New Roman" panose="02020603050405020304" pitchFamily="18" charset="0"/>
                <a:cs typeface="Times New Roman" panose="02020603050405020304" pitchFamily="18" charset="0"/>
              </a:rPr>
              <a:t>Sri. G. Gowrisankar Rao                                                                     N. Ramyasri</a:t>
            </a:r>
          </a:p>
          <a:p>
            <a:pPr algn="just"/>
            <a:r>
              <a:rPr lang="en-IN" dirty="0">
                <a:latin typeface="Times New Roman" panose="02020603050405020304" pitchFamily="18" charset="0"/>
                <a:cs typeface="Times New Roman" panose="02020603050405020304" pitchFamily="18" charset="0"/>
              </a:rPr>
              <a:t>Associate Professor (CE)                                                                    23A51D8708</a:t>
            </a:r>
            <a:endParaRPr lang="en-US" sz="3600" dirty="0">
              <a:latin typeface="Times New Roman" panose="02020603050405020304" pitchFamily="18" charset="0"/>
              <a:cs typeface="Times New Roman" panose="02020603050405020304" pitchFamily="18" charset="0"/>
            </a:endParaRPr>
          </a:p>
          <a:p>
            <a:endParaRPr lang="en-IN" dirty="0"/>
          </a:p>
        </p:txBody>
      </p:sp>
      <p:pic>
        <p:nvPicPr>
          <p:cNvPr id="4" name="Picture 4">
            <a:extLst>
              <a:ext uri="{FF2B5EF4-FFF2-40B4-BE49-F238E27FC236}">
                <a16:creationId xmlns:a16="http://schemas.microsoft.com/office/drawing/2014/main" id="{173115B0-F3B8-36F4-C02D-74F56F6F6CF9}"/>
              </a:ext>
            </a:extLst>
          </p:cNvPr>
          <p:cNvPicPr>
            <a:picLocks noChangeAspect="1"/>
          </p:cNvPicPr>
          <p:nvPr/>
        </p:nvPicPr>
        <p:blipFill>
          <a:blip r:embed="rId2"/>
          <a:stretch>
            <a:fillRect/>
          </a:stretch>
        </p:blipFill>
        <p:spPr>
          <a:xfrm>
            <a:off x="5031229" y="1730478"/>
            <a:ext cx="1679286" cy="1258529"/>
          </a:xfrm>
          <a:prstGeom prst="rect">
            <a:avLst/>
          </a:prstGeom>
        </p:spPr>
      </p:pic>
    </p:spTree>
    <p:extLst>
      <p:ext uri="{BB962C8B-B14F-4D97-AF65-F5344CB8AC3E}">
        <p14:creationId xmlns:p14="http://schemas.microsoft.com/office/powerpoint/2010/main" val="3685053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67BE6-3364-154F-D4E0-233ED671E2BC}"/>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                                      CONTENTS</a:t>
            </a:r>
            <a:endParaRPr lang="en-IN" sz="3200" dirty="0"/>
          </a:p>
        </p:txBody>
      </p:sp>
      <p:sp>
        <p:nvSpPr>
          <p:cNvPr id="3" name="Content Placeholder 2">
            <a:extLst>
              <a:ext uri="{FF2B5EF4-FFF2-40B4-BE49-F238E27FC236}">
                <a16:creationId xmlns:a16="http://schemas.microsoft.com/office/drawing/2014/main" id="{31904A44-147A-0713-2015-ACDC498167A7}"/>
              </a:ext>
            </a:extLst>
          </p:cNvPr>
          <p:cNvSpPr>
            <a:spLocks noGrp="1"/>
          </p:cNvSpPr>
          <p:nvPr>
            <p:ph idx="1"/>
          </p:nvPr>
        </p:nvSpPr>
        <p:spPr>
          <a:xfrm>
            <a:off x="838200" y="1425677"/>
            <a:ext cx="10515600" cy="4751286"/>
          </a:xfrm>
        </p:spPr>
        <p:txBody>
          <a:bodyPr>
            <a:normAutofit fontScale="92500" lnSpcReduction="20000"/>
          </a:bodyPr>
          <a:lstStyle/>
          <a:p>
            <a:pPr marL="285750" indent="-285750"/>
            <a:r>
              <a:rPr lang="en-IN" altLang="en-US" dirty="0">
                <a:latin typeface="Times New Roman" panose="02020603050405020304" pitchFamily="18" charset="0"/>
                <a:cs typeface="Times New Roman" panose="02020603050405020304" pitchFamily="18" charset="0"/>
              </a:rPr>
              <a:t>Abstract</a:t>
            </a:r>
          </a:p>
          <a:p>
            <a:pPr marL="285750" indent="-285750"/>
            <a:r>
              <a:rPr lang="en-IN" altLang="en-US" dirty="0">
                <a:latin typeface="Times New Roman" panose="02020603050405020304" pitchFamily="18" charset="0"/>
                <a:cs typeface="Times New Roman" panose="02020603050405020304" pitchFamily="18" charset="0"/>
              </a:rPr>
              <a:t>Introduction</a:t>
            </a:r>
          </a:p>
          <a:p>
            <a:pPr marL="285750" indent="-285750"/>
            <a:r>
              <a:rPr lang="en-IN" altLang="en-US" dirty="0">
                <a:latin typeface="Times New Roman" panose="02020603050405020304" pitchFamily="18" charset="0"/>
                <a:cs typeface="Times New Roman" panose="02020603050405020304" pitchFamily="18" charset="0"/>
              </a:rPr>
              <a:t>Objective</a:t>
            </a:r>
          </a:p>
          <a:p>
            <a:pPr marL="285750" indent="-285750"/>
            <a:r>
              <a:rPr lang="en-IN" altLang="en-US" dirty="0">
                <a:latin typeface="Times New Roman" panose="02020603050405020304" pitchFamily="18" charset="0"/>
                <a:cs typeface="Times New Roman" panose="02020603050405020304" pitchFamily="18" charset="0"/>
              </a:rPr>
              <a:t>Literature Review</a:t>
            </a:r>
          </a:p>
          <a:p>
            <a:pPr marL="285750" indent="-285750"/>
            <a:r>
              <a:rPr lang="en-IN" altLang="en-US" dirty="0">
                <a:latin typeface="Times New Roman" panose="02020603050405020304" pitchFamily="18" charset="0"/>
                <a:cs typeface="Times New Roman" panose="02020603050405020304" pitchFamily="18" charset="0"/>
              </a:rPr>
              <a:t>Methodology</a:t>
            </a:r>
          </a:p>
          <a:p>
            <a:pPr marL="285750" indent="-285750"/>
            <a:r>
              <a:rPr lang="en-IN" altLang="en-US" dirty="0">
                <a:latin typeface="Times New Roman" panose="02020603050405020304" pitchFamily="18" charset="0"/>
                <a:cs typeface="Times New Roman" panose="02020603050405020304" pitchFamily="18" charset="0"/>
              </a:rPr>
              <a:t>Properties of materials</a:t>
            </a:r>
          </a:p>
          <a:p>
            <a:pPr marL="285750" indent="-285750"/>
            <a:r>
              <a:rPr lang="en-IN" altLang="en-US" dirty="0">
                <a:latin typeface="Times New Roman" panose="02020603050405020304" pitchFamily="18" charset="0"/>
                <a:cs typeface="Times New Roman" panose="02020603050405020304" pitchFamily="18" charset="0"/>
              </a:rPr>
              <a:t>Chemical composition</a:t>
            </a:r>
          </a:p>
          <a:p>
            <a:pPr marL="285750" indent="-285750"/>
            <a:r>
              <a:rPr lang="en-IN" altLang="en-US" dirty="0">
                <a:latin typeface="Times New Roman" panose="02020603050405020304" pitchFamily="18" charset="0"/>
                <a:cs typeface="Times New Roman" panose="02020603050405020304" pitchFamily="18" charset="0"/>
              </a:rPr>
              <a:t>Mix design of m30 grade &amp; Beam design</a:t>
            </a:r>
          </a:p>
          <a:p>
            <a:pPr marL="285750" indent="-285750"/>
            <a:r>
              <a:rPr lang="en-IN" altLang="en-US" dirty="0">
                <a:latin typeface="Times New Roman" panose="02020603050405020304" pitchFamily="18" charset="0"/>
                <a:cs typeface="Times New Roman" panose="02020603050405020304" pitchFamily="18" charset="0"/>
              </a:rPr>
              <a:t>Results of compression test &amp; flexure test &amp;Split-tensile test</a:t>
            </a:r>
          </a:p>
          <a:p>
            <a:pPr marL="285750" indent="-285750"/>
            <a:r>
              <a:rPr lang="en-IN" altLang="en-US" dirty="0">
                <a:latin typeface="Times New Roman" panose="02020603050405020304" pitchFamily="18" charset="0"/>
                <a:cs typeface="Times New Roman" panose="02020603050405020304" pitchFamily="18" charset="0"/>
              </a:rPr>
              <a:t>Conclusion</a:t>
            </a:r>
          </a:p>
          <a:p>
            <a:pPr marL="285750" indent="-285750"/>
            <a:r>
              <a:rPr lang="en-IN" altLang="en-US" dirty="0">
                <a:latin typeface="Times New Roman" panose="02020603050405020304" pitchFamily="18" charset="0"/>
                <a:cs typeface="Times New Roman" panose="02020603050405020304" pitchFamily="18" charset="0"/>
              </a:rPr>
              <a:t>References</a:t>
            </a:r>
          </a:p>
          <a:p>
            <a:endParaRPr lang="en-IN" dirty="0"/>
          </a:p>
        </p:txBody>
      </p:sp>
    </p:spTree>
    <p:extLst>
      <p:ext uri="{BB962C8B-B14F-4D97-AF65-F5344CB8AC3E}">
        <p14:creationId xmlns:p14="http://schemas.microsoft.com/office/powerpoint/2010/main" val="257574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8D7A8-C8C7-91C1-EE2C-BD17E8991C21}"/>
              </a:ext>
            </a:extLst>
          </p:cNvPr>
          <p:cNvSpPr>
            <a:spLocks noGrp="1"/>
          </p:cNvSpPr>
          <p:nvPr>
            <p:ph type="title"/>
          </p:nvPr>
        </p:nvSpPr>
        <p:spPr>
          <a:xfrm>
            <a:off x="838200" y="365126"/>
            <a:ext cx="10515600" cy="962230"/>
          </a:xfrm>
        </p:spPr>
        <p:txBody>
          <a:bodyPr>
            <a:normAutofit fontScale="90000"/>
          </a:bodyPr>
          <a:lstStyle/>
          <a:p>
            <a:r>
              <a:rPr lang="en-IN" sz="3200" b="1" dirty="0">
                <a:latin typeface="Times New Roman" panose="02020603050405020304" pitchFamily="18" charset="0"/>
                <a:cs typeface="Times New Roman" panose="02020603050405020304" pitchFamily="18" charset="0"/>
              </a:rPr>
              <a:t>                                            ABSTRACT</a:t>
            </a:r>
            <a:br>
              <a:rPr lang="en-US" b="1" dirty="0">
                <a:latin typeface="Times New Roman" panose="02020603050405020304" pitchFamily="18" charset="0"/>
                <a:cs typeface="Times New Roman" panose="02020603050405020304" pitchFamily="18" charset="0"/>
              </a:rPr>
            </a:br>
            <a:endParaRPr lang="en-IN" b="1" dirty="0"/>
          </a:p>
        </p:txBody>
      </p:sp>
      <p:sp>
        <p:nvSpPr>
          <p:cNvPr id="3" name="Content Placeholder 2">
            <a:extLst>
              <a:ext uri="{FF2B5EF4-FFF2-40B4-BE49-F238E27FC236}">
                <a16:creationId xmlns:a16="http://schemas.microsoft.com/office/drawing/2014/main" id="{000C7405-2432-5FD8-B2F3-DC3AF6ACA144}"/>
              </a:ext>
            </a:extLst>
          </p:cNvPr>
          <p:cNvSpPr>
            <a:spLocks noGrp="1"/>
          </p:cNvSpPr>
          <p:nvPr>
            <p:ph idx="1"/>
          </p:nvPr>
        </p:nvSpPr>
        <p:spPr>
          <a:xfrm>
            <a:off x="838199" y="1160206"/>
            <a:ext cx="10714703" cy="5016757"/>
          </a:xfrm>
        </p:spPr>
        <p:txBody>
          <a:bodyPr>
            <a:normAutofit/>
          </a:bodyPr>
          <a:lstStyle/>
          <a:p>
            <a:r>
              <a:rPr lang="en-IN" sz="2000" dirty="0">
                <a:latin typeface="Times New Roman" panose="02020603050405020304" pitchFamily="18" charset="0"/>
                <a:cs typeface="Times New Roman" panose="02020603050405020304" pitchFamily="18" charset="0"/>
              </a:rPr>
              <a:t>Partial substitute of  cement and sand in M30-grade concrete using BA , RHA, and Pulverized rock was investigated in the current research to study their impact on workability, mechanical strength, and durability. Inspired by cement manufacturing resulting in environmental degradation and illegal sand mining, this study seeks to facilitate sustainable construction by utilizing industrial waste and agricultural residue materials. Mix design of concrete containing different amounts of BA, RHA, and Pulverized rock were used to conduct tests of concrete load bearing capacity, Brazilian test strength, and bending strength and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 by non-destructive techniques like  Swiss hammer test and </a:t>
            </a:r>
            <a:r>
              <a:rPr lang="en-IN" sz="2000" dirty="0" err="1">
                <a:latin typeface="Times New Roman" panose="02020603050405020304" pitchFamily="18" charset="0"/>
                <a:cs typeface="Times New Roman" panose="02020603050405020304" pitchFamily="18" charset="0"/>
              </a:rPr>
              <a:t>upv</a:t>
            </a:r>
            <a:r>
              <a:rPr lang="en-IN" sz="2000" dirty="0">
                <a:latin typeface="Times New Roman" panose="02020603050405020304" pitchFamily="18" charset="0"/>
                <a:cs typeface="Times New Roman" panose="02020603050405020304" pitchFamily="18" charset="0"/>
              </a:rPr>
              <a:t> tests. The findings conclude that replacement percentages can enhance the performance of concrete with minimal environmental degradation and serve as a cost-effective, green substitute for conventional materials in the construction site.</a:t>
            </a:r>
            <a:endParaRPr lang="en-IN" sz="2000" b="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216223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91F2A-5362-0E80-2FA9-9C327D9756F3}"/>
              </a:ext>
            </a:extLst>
          </p:cNvPr>
          <p:cNvSpPr>
            <a:spLocks noGrp="1"/>
          </p:cNvSpPr>
          <p:nvPr>
            <p:ph type="title"/>
          </p:nvPr>
        </p:nvSpPr>
        <p:spPr>
          <a:xfrm>
            <a:off x="838200" y="365126"/>
            <a:ext cx="10515600" cy="981894"/>
          </a:xfrm>
        </p:spPr>
        <p:txBody>
          <a:bodyPr>
            <a:normAutofit/>
          </a:bodyPr>
          <a:lstStyle/>
          <a:p>
            <a:r>
              <a:rPr lang="en-US" sz="3200" b="1" dirty="0">
                <a:latin typeface="Times New Roman" panose="02020603050405020304" pitchFamily="18" charset="0"/>
                <a:cs typeface="Times New Roman" panose="02020603050405020304" pitchFamily="18" charset="0"/>
              </a:rPr>
              <a:t>                             INTRODUCTION</a:t>
            </a:r>
            <a:br>
              <a:rPr lang="en-US" sz="3200" dirty="0">
                <a:latin typeface="Times New Roman" panose="02020603050405020304" pitchFamily="18" charset="0"/>
                <a:cs typeface="Times New Roman" panose="02020603050405020304" pitchFamily="18" charset="0"/>
              </a:rPr>
            </a:br>
            <a:endParaRPr lang="en-IN" sz="3200" dirty="0"/>
          </a:p>
        </p:txBody>
      </p:sp>
      <p:sp>
        <p:nvSpPr>
          <p:cNvPr id="3" name="Content Placeholder 2">
            <a:extLst>
              <a:ext uri="{FF2B5EF4-FFF2-40B4-BE49-F238E27FC236}">
                <a16:creationId xmlns:a16="http://schemas.microsoft.com/office/drawing/2014/main" id="{3BE1B81E-4411-F771-6A5F-EB543F5C882A}"/>
              </a:ext>
            </a:extLst>
          </p:cNvPr>
          <p:cNvSpPr>
            <a:spLocks noGrp="1"/>
          </p:cNvSpPr>
          <p:nvPr>
            <p:ph idx="1"/>
          </p:nvPr>
        </p:nvSpPr>
        <p:spPr>
          <a:xfrm>
            <a:off x="838200" y="1081548"/>
            <a:ext cx="10515600" cy="5095415"/>
          </a:xfrm>
        </p:spPr>
        <p:txBody>
          <a:bodyPr>
            <a:normAutofit/>
          </a:bodyPr>
          <a:lstStyle/>
          <a:p>
            <a:r>
              <a:rPr lang="en-IN" sz="2000" dirty="0">
                <a:latin typeface="Times New Roman" panose="02020603050405020304" pitchFamily="18" charset="0"/>
                <a:cs typeface="Times New Roman" panose="02020603050405020304" pitchFamily="18" charset="0"/>
              </a:rPr>
              <a:t>Partial substitute of  cement and sand in M30-grade concrete using BA , RHA, and Pulverized rock was investigated in the current research to study their impact on workability, mechanical strength, and durability. Inspired by cement manufacturing resulting in environmental degradation and illegal sand mining, this study seeks to facilitate sustainable construction by utilizing industrial waste and agricultural residue materials. Mix design of concrete containing different amounts of BA, RHA, and Pulverized rock were used to conduct tests of concrete load bearing capacity, Brazilian test strength, and bending strength and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 by non-destructive techniques like  Swiss hammer test and </a:t>
            </a:r>
            <a:r>
              <a:rPr lang="en-IN" sz="2000" dirty="0" err="1">
                <a:latin typeface="Times New Roman" panose="02020603050405020304" pitchFamily="18" charset="0"/>
                <a:cs typeface="Times New Roman" panose="02020603050405020304" pitchFamily="18" charset="0"/>
              </a:rPr>
              <a:t>upv</a:t>
            </a:r>
            <a:r>
              <a:rPr lang="en-IN" sz="2000" dirty="0">
                <a:latin typeface="Times New Roman" panose="02020603050405020304" pitchFamily="18" charset="0"/>
                <a:cs typeface="Times New Roman" panose="02020603050405020304" pitchFamily="18" charset="0"/>
              </a:rPr>
              <a:t> tests. The findings conclude that replacement percentages can enhance the performance of concrete with minimal environmental degradation and serve as a cost-effective, green substitute for conventional materials in the construction site.</a:t>
            </a:r>
            <a:endParaRPr lang="en-IN" sz="2000" b="1"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2291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489C2-7DF4-BDE1-BBFF-DD9495EFF76E}"/>
              </a:ext>
            </a:extLst>
          </p:cNvPr>
          <p:cNvSpPr>
            <a:spLocks noGrp="1"/>
          </p:cNvSpPr>
          <p:nvPr>
            <p:ph type="title"/>
          </p:nvPr>
        </p:nvSpPr>
        <p:spPr>
          <a:xfrm>
            <a:off x="838200" y="365125"/>
            <a:ext cx="10515600" cy="1001559"/>
          </a:xfrm>
        </p:spPr>
        <p:txBody>
          <a:bodyPr>
            <a:normAutofit/>
          </a:bodyPr>
          <a:lstStyle/>
          <a:p>
            <a:r>
              <a:rPr lang="en-US" sz="3200" b="1" dirty="0">
                <a:latin typeface="Times New Roman" panose="02020603050405020304" pitchFamily="18" charset="0"/>
                <a:cs typeface="Times New Roman" panose="02020603050405020304" pitchFamily="18" charset="0"/>
              </a:rPr>
              <a:t>                              LITERATURE REVIEW</a:t>
            </a:r>
            <a:endParaRPr lang="en-IN" sz="3200" dirty="0"/>
          </a:p>
        </p:txBody>
      </p:sp>
      <p:sp>
        <p:nvSpPr>
          <p:cNvPr id="3" name="Content Placeholder 2">
            <a:extLst>
              <a:ext uri="{FF2B5EF4-FFF2-40B4-BE49-F238E27FC236}">
                <a16:creationId xmlns:a16="http://schemas.microsoft.com/office/drawing/2014/main" id="{982C36CC-4B7B-6462-0DDF-DA89B3091BB4}"/>
              </a:ext>
            </a:extLst>
          </p:cNvPr>
          <p:cNvSpPr>
            <a:spLocks noGrp="1"/>
          </p:cNvSpPr>
          <p:nvPr>
            <p:ph idx="1"/>
          </p:nvPr>
        </p:nvSpPr>
        <p:spPr>
          <a:xfrm>
            <a:off x="838200" y="1268361"/>
            <a:ext cx="10515600" cy="4908602"/>
          </a:xfrm>
        </p:spPr>
        <p:txBody>
          <a:bodyPr/>
          <a:lstStyle/>
          <a:p>
            <a:endParaRPr lang="en-IN" dirty="0"/>
          </a:p>
        </p:txBody>
      </p:sp>
    </p:spTree>
    <p:extLst>
      <p:ext uri="{BB962C8B-B14F-4D97-AF65-F5344CB8AC3E}">
        <p14:creationId xmlns:p14="http://schemas.microsoft.com/office/powerpoint/2010/main" val="1634898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06" name="Content Placeholder 7"/>
          <p:cNvGraphicFramePr>
            <a:graphicFrameLocks noGrp="1"/>
          </p:cNvGraphicFramePr>
          <p:nvPr>
            <p:ph idx="1"/>
            <p:extLst>
              <p:ext uri="{D42A27DB-BD31-4B8C-83A1-F6EECF244321}">
                <p14:modId xmlns:p14="http://schemas.microsoft.com/office/powerpoint/2010/main" val="1692299644"/>
              </p:ext>
            </p:extLst>
          </p:nvPr>
        </p:nvGraphicFramePr>
        <p:xfrm>
          <a:off x="1752599" y="730950"/>
          <a:ext cx="9397181" cy="57867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48618" name="TextBox 8"/>
          <p:cNvSpPr txBox="1"/>
          <p:nvPr/>
        </p:nvSpPr>
        <p:spPr>
          <a:xfrm>
            <a:off x="4114800" y="228601"/>
            <a:ext cx="3583032" cy="584775"/>
          </a:xfrm>
          <a:prstGeom prst="rect">
            <a:avLst/>
          </a:prstGeom>
          <a:noFill/>
        </p:spPr>
        <p:txBody>
          <a:bodyPr wrap="none" rtlCol="0">
            <a:spAutoFit/>
          </a:bodyPr>
          <a:lstStyle/>
          <a:p>
            <a:r>
              <a:rPr lang="en-US" sz="3200" b="1" dirty="0">
                <a:latin typeface="Times New Roman" panose="02020603050405020304" pitchFamily="18" charset="0"/>
                <a:cs typeface="Times New Roman" panose="02020603050405020304" pitchFamily="18" charset="0"/>
              </a:rPr>
              <a:t>METHODOLOGY</a:t>
            </a:r>
          </a:p>
        </p:txBody>
      </p:sp>
      <p:sp>
        <p:nvSpPr>
          <p:cNvPr id="1048619" name="Right Arrow 3"/>
          <p:cNvSpPr/>
          <p:nvPr/>
        </p:nvSpPr>
        <p:spPr>
          <a:xfrm>
            <a:off x="4549878" y="1309589"/>
            <a:ext cx="609600"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0" name="Right Arrow 4"/>
          <p:cNvSpPr/>
          <p:nvPr/>
        </p:nvSpPr>
        <p:spPr>
          <a:xfrm>
            <a:off x="7551174" y="1334542"/>
            <a:ext cx="609600"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1" name="Right Arrow 5"/>
          <p:cNvSpPr/>
          <p:nvPr/>
        </p:nvSpPr>
        <p:spPr>
          <a:xfrm>
            <a:off x="4766187" y="3384682"/>
            <a:ext cx="533400"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2" name="Right Arrow 6"/>
          <p:cNvSpPr/>
          <p:nvPr/>
        </p:nvSpPr>
        <p:spPr>
          <a:xfrm>
            <a:off x="7779775" y="3384682"/>
            <a:ext cx="609600"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3" name="Right Arrow 9"/>
          <p:cNvSpPr/>
          <p:nvPr/>
        </p:nvSpPr>
        <p:spPr>
          <a:xfrm>
            <a:off x="4572000" y="5434822"/>
            <a:ext cx="609600"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4" name="Right Arrow 10"/>
          <p:cNvSpPr/>
          <p:nvPr/>
        </p:nvSpPr>
        <p:spPr>
          <a:xfrm>
            <a:off x="7620000" y="5434822"/>
            <a:ext cx="609600"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5" name="Slide Number Placeholder 1"/>
          <p:cNvSpPr>
            <a:spLocks noGrp="1"/>
          </p:cNvSpPr>
          <p:nvPr>
            <p:ph type="sldNum" sz="quarter" idx="12"/>
          </p:nvPr>
        </p:nvSpPr>
        <p:spPr/>
        <p:txBody>
          <a:bodyPr/>
          <a:lstStyle/>
          <a:p>
            <a:fld id="{699A01D0-4EE7-4147-B234-5F8CE7909524}" type="slidenum">
              <a:rPr lang="en-US" smtClean="0"/>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43A02-D625-9C97-802F-A4500A271283}"/>
              </a:ext>
            </a:extLst>
          </p:cNvPr>
          <p:cNvSpPr>
            <a:spLocks noGrp="1"/>
          </p:cNvSpPr>
          <p:nvPr>
            <p:ph type="title"/>
          </p:nvPr>
        </p:nvSpPr>
        <p:spPr>
          <a:xfrm>
            <a:off x="2133600" y="439882"/>
            <a:ext cx="8229600" cy="247709"/>
          </a:xfrm>
        </p:spPr>
        <p:txBody>
          <a:bodyPr>
            <a:normAutofit fontScale="90000"/>
          </a:bodyPr>
          <a:lstStyle/>
          <a:p>
            <a:r>
              <a:rPr lang="en-IN" dirty="0"/>
              <a:t>Methodology</a:t>
            </a:r>
            <a:br>
              <a:rPr lang="en-IN" dirty="0"/>
            </a:br>
            <a:endParaRPr lang="en-IN" dirty="0"/>
          </a:p>
        </p:txBody>
      </p:sp>
      <p:sp>
        <p:nvSpPr>
          <p:cNvPr id="3" name="Slide Number Placeholder 2">
            <a:extLst>
              <a:ext uri="{FF2B5EF4-FFF2-40B4-BE49-F238E27FC236}">
                <a16:creationId xmlns:a16="http://schemas.microsoft.com/office/drawing/2014/main" id="{36BC522F-28FF-73AF-3689-7D9C8C80B766}"/>
              </a:ext>
            </a:extLst>
          </p:cNvPr>
          <p:cNvSpPr>
            <a:spLocks noGrp="1"/>
          </p:cNvSpPr>
          <p:nvPr>
            <p:ph type="sldNum" sz="quarter" idx="12"/>
          </p:nvPr>
        </p:nvSpPr>
        <p:spPr/>
        <p:txBody>
          <a:bodyPr/>
          <a:lstStyle/>
          <a:p>
            <a:fld id="{699A01D0-4EE7-4147-B234-5F8CE7909524}" type="slidenum">
              <a:rPr lang="en-US" smtClean="0"/>
              <a:t>7</a:t>
            </a:fld>
            <a:endParaRPr lang="en-US" dirty="0"/>
          </a:p>
        </p:txBody>
      </p:sp>
      <p:pic>
        <p:nvPicPr>
          <p:cNvPr id="3085" name="Picture 20">
            <a:extLst>
              <a:ext uri="{FF2B5EF4-FFF2-40B4-BE49-F238E27FC236}">
                <a16:creationId xmlns:a16="http://schemas.microsoft.com/office/drawing/2014/main" id="{8109E947-D9B5-8012-C811-F981E18A708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24044" y="1831689"/>
            <a:ext cx="1939925" cy="1163773"/>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25">
            <a:extLst>
              <a:ext uri="{FF2B5EF4-FFF2-40B4-BE49-F238E27FC236}">
                <a16:creationId xmlns:a16="http://schemas.microsoft.com/office/drawing/2014/main" id="{3ED4CE13-5FE9-1F33-52A9-B95DEBA6EA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3936" y="4184431"/>
            <a:ext cx="2976641" cy="122289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26">
            <a:extLst>
              <a:ext uri="{FF2B5EF4-FFF2-40B4-BE49-F238E27FC236}">
                <a16:creationId xmlns:a16="http://schemas.microsoft.com/office/drawing/2014/main" id="{7FBB3362-FDBC-BDB2-A39D-B6FE0BBB2FC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54469" y="5590642"/>
            <a:ext cx="1987550" cy="962025"/>
          </a:xfrm>
          <a:prstGeom prst="rect">
            <a:avLst/>
          </a:prstGeom>
          <a:noFill/>
          <a:extLst>
            <a:ext uri="{909E8E84-426E-40DD-AFC4-6F175D3DCCD1}">
              <a14:hiddenFill xmlns:a14="http://schemas.microsoft.com/office/drawing/2010/main">
                <a:solidFill>
                  <a:srgbClr val="FFFFFF"/>
                </a:solidFill>
              </a14:hiddenFill>
            </a:ext>
          </a:extLst>
        </p:spPr>
      </p:pic>
      <p:pic>
        <p:nvPicPr>
          <p:cNvPr id="3083" name="Picture 19">
            <a:extLst>
              <a:ext uri="{FF2B5EF4-FFF2-40B4-BE49-F238E27FC236}">
                <a16:creationId xmlns:a16="http://schemas.microsoft.com/office/drawing/2014/main" id="{D0440C4A-9C16-1DD3-ABC2-A75D10EFEB7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430605" y="1901931"/>
            <a:ext cx="2082801" cy="1142667"/>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22">
            <a:extLst>
              <a:ext uri="{FF2B5EF4-FFF2-40B4-BE49-F238E27FC236}">
                <a16:creationId xmlns:a16="http://schemas.microsoft.com/office/drawing/2014/main" id="{3B3BB668-71FC-886A-82E9-F143F30349C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645" t="15344" r="645" b="28529"/>
          <a:stretch>
            <a:fillRect/>
          </a:stretch>
        </p:blipFill>
        <p:spPr bwMode="auto">
          <a:xfrm>
            <a:off x="2740341" y="1779500"/>
            <a:ext cx="2326245" cy="1309259"/>
          </a:xfrm>
          <a:prstGeom prst="rect">
            <a:avLst/>
          </a:prstGeom>
          <a:noFill/>
          <a:extLst>
            <a:ext uri="{909E8E84-426E-40DD-AFC4-6F175D3DCCD1}">
              <a14:hiddenFill xmlns:a14="http://schemas.microsoft.com/office/drawing/2010/main">
                <a:solidFill>
                  <a:srgbClr val="FFFFFF"/>
                </a:solidFill>
              </a14:hiddenFill>
            </a:ext>
          </a:extLst>
        </p:spPr>
      </p:pic>
      <p:pic>
        <p:nvPicPr>
          <p:cNvPr id="3081" name="Picture 23">
            <a:extLst>
              <a:ext uri="{FF2B5EF4-FFF2-40B4-BE49-F238E27FC236}">
                <a16:creationId xmlns:a16="http://schemas.microsoft.com/office/drawing/2014/main" id="{D6D2D1AF-B03A-1912-0290-1A286E8CC85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l="2699" t="15450" r="11667" b="16600"/>
          <a:stretch>
            <a:fillRect/>
          </a:stretch>
        </p:blipFill>
        <p:spPr bwMode="auto">
          <a:xfrm>
            <a:off x="5121869" y="3170401"/>
            <a:ext cx="2714228" cy="962026"/>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24">
            <a:extLst>
              <a:ext uri="{FF2B5EF4-FFF2-40B4-BE49-F238E27FC236}">
                <a16:creationId xmlns:a16="http://schemas.microsoft.com/office/drawing/2014/main" id="{A3D31B8A-AE1C-40D6-DBD9-7EEC76944E22}"/>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l="-43" t="516" r="13246" b="-516"/>
          <a:stretch>
            <a:fillRect/>
          </a:stretch>
        </p:blipFill>
        <p:spPr bwMode="auto">
          <a:xfrm>
            <a:off x="3401221" y="4197108"/>
            <a:ext cx="3098005" cy="1134453"/>
          </a:xfrm>
          <a:prstGeom prst="rect">
            <a:avLst/>
          </a:prstGeom>
          <a:noFill/>
          <a:extLst>
            <a:ext uri="{909E8E84-426E-40DD-AFC4-6F175D3DCCD1}">
              <a14:hiddenFill xmlns:a14="http://schemas.microsoft.com/office/drawing/2010/main">
                <a:solidFill>
                  <a:srgbClr val="FFFFFF"/>
                </a:solidFill>
              </a14:hiddenFill>
            </a:ext>
          </a:extLst>
        </p:spPr>
      </p:pic>
      <p:pic>
        <p:nvPicPr>
          <p:cNvPr id="3087" name="Picture 17">
            <a:extLst>
              <a:ext uri="{FF2B5EF4-FFF2-40B4-BE49-F238E27FC236}">
                <a16:creationId xmlns:a16="http://schemas.microsoft.com/office/drawing/2014/main" id="{5457A512-B38C-91BA-64E0-2CD60AE6962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46345" y="584320"/>
            <a:ext cx="1862138" cy="911586"/>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27">
            <a:extLst>
              <a:ext uri="{FF2B5EF4-FFF2-40B4-BE49-F238E27FC236}">
                <a16:creationId xmlns:a16="http://schemas.microsoft.com/office/drawing/2014/main" id="{8FC8EE23-6822-4031-7147-2DD3BEABCD4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16115" y="5543960"/>
            <a:ext cx="1793875" cy="914400"/>
          </a:xfrm>
          <a:prstGeom prst="rect">
            <a:avLst/>
          </a:prstGeom>
          <a:noFill/>
          <a:extLst>
            <a:ext uri="{909E8E84-426E-40DD-AFC4-6F175D3DCCD1}">
              <a14:hiddenFill xmlns:a14="http://schemas.microsoft.com/office/drawing/2010/main">
                <a:solidFill>
                  <a:srgbClr val="FFFFFF"/>
                </a:solidFill>
              </a14:hiddenFill>
            </a:ext>
          </a:extLst>
        </p:spPr>
      </p:pic>
      <p:sp>
        <p:nvSpPr>
          <p:cNvPr id="4" name="Arrow: Bent 3">
            <a:extLst>
              <a:ext uri="{FF2B5EF4-FFF2-40B4-BE49-F238E27FC236}">
                <a16:creationId xmlns:a16="http://schemas.microsoft.com/office/drawing/2014/main" id="{B799A509-8B26-89EA-29BD-73E84598DC81}"/>
              </a:ext>
            </a:extLst>
          </p:cNvPr>
          <p:cNvSpPr/>
          <p:nvPr/>
        </p:nvSpPr>
        <p:spPr>
          <a:xfrm rot="5400000">
            <a:off x="7940039" y="41189"/>
            <a:ext cx="457202" cy="2242185"/>
          </a:xfrm>
          <a:prstGeom prst="bentArrow">
            <a:avLst>
              <a:gd name="adj1" fmla="val 25000"/>
              <a:gd name="adj2" fmla="val 25000"/>
              <a:gd name="adj3" fmla="val 50000"/>
              <a:gd name="adj4" fmla="val 0"/>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5" name="Arrow: Bent-Up 4">
            <a:extLst>
              <a:ext uri="{FF2B5EF4-FFF2-40B4-BE49-F238E27FC236}">
                <a16:creationId xmlns:a16="http://schemas.microsoft.com/office/drawing/2014/main" id="{9DE7A540-9251-26EC-87C3-2B295DFC8095}"/>
              </a:ext>
            </a:extLst>
          </p:cNvPr>
          <p:cNvSpPr/>
          <p:nvPr/>
        </p:nvSpPr>
        <p:spPr>
          <a:xfrm rot="5400000">
            <a:off x="4008497" y="2636268"/>
            <a:ext cx="653318" cy="1612631"/>
          </a:xfrm>
          <a:prstGeom prst="bentUpArrow">
            <a:avLst>
              <a:gd name="adj1" fmla="val 25000"/>
              <a:gd name="adj2" fmla="val 18769"/>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6" name="Arrow: Bent 5">
            <a:extLst>
              <a:ext uri="{FF2B5EF4-FFF2-40B4-BE49-F238E27FC236}">
                <a16:creationId xmlns:a16="http://schemas.microsoft.com/office/drawing/2014/main" id="{B550F627-15E1-E508-A9D5-1C96BA377795}"/>
              </a:ext>
            </a:extLst>
          </p:cNvPr>
          <p:cNvSpPr/>
          <p:nvPr/>
        </p:nvSpPr>
        <p:spPr>
          <a:xfrm rot="10800000">
            <a:off x="7854469" y="3077424"/>
            <a:ext cx="1939924" cy="492443"/>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7" name="Arrow: Down 6">
            <a:extLst>
              <a:ext uri="{FF2B5EF4-FFF2-40B4-BE49-F238E27FC236}">
                <a16:creationId xmlns:a16="http://schemas.microsoft.com/office/drawing/2014/main" id="{174E9C01-7EA6-DAEA-105D-88CE63DD060D}"/>
              </a:ext>
            </a:extLst>
          </p:cNvPr>
          <p:cNvSpPr/>
          <p:nvPr/>
        </p:nvSpPr>
        <p:spPr>
          <a:xfrm>
            <a:off x="6168501" y="5695468"/>
            <a:ext cx="484505" cy="25046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cxnSp>
        <p:nvCxnSpPr>
          <p:cNvPr id="8" name="Connector: Elbow 7">
            <a:extLst>
              <a:ext uri="{FF2B5EF4-FFF2-40B4-BE49-F238E27FC236}">
                <a16:creationId xmlns:a16="http://schemas.microsoft.com/office/drawing/2014/main" id="{97056266-D70F-547A-8319-F5632DF07413}"/>
              </a:ext>
            </a:extLst>
          </p:cNvPr>
          <p:cNvCxnSpPr/>
          <p:nvPr/>
        </p:nvCxnSpPr>
        <p:spPr>
          <a:xfrm>
            <a:off x="5046345" y="8536475"/>
            <a:ext cx="723900" cy="234950"/>
          </a:xfrm>
          <a:prstGeom prst="bentConnector3">
            <a:avLst>
              <a:gd name="adj1" fmla="val 3036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Connector: Elbow 8">
            <a:extLst>
              <a:ext uri="{FF2B5EF4-FFF2-40B4-BE49-F238E27FC236}">
                <a16:creationId xmlns:a16="http://schemas.microsoft.com/office/drawing/2014/main" id="{58CCF01C-321E-2071-76B8-848CC37212FE}"/>
              </a:ext>
            </a:extLst>
          </p:cNvPr>
          <p:cNvCxnSpPr/>
          <p:nvPr/>
        </p:nvCxnSpPr>
        <p:spPr>
          <a:xfrm flipH="1">
            <a:off x="6684646" y="8474245"/>
            <a:ext cx="509905" cy="214630"/>
          </a:xfrm>
          <a:prstGeom prst="bentConnector3">
            <a:avLst>
              <a:gd name="adj1" fmla="val 48619"/>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Arrow: Bent-Up 9">
            <a:extLst>
              <a:ext uri="{FF2B5EF4-FFF2-40B4-BE49-F238E27FC236}">
                <a16:creationId xmlns:a16="http://schemas.microsoft.com/office/drawing/2014/main" id="{952BA328-0C9C-D3D0-73D1-FFE963161CCF}"/>
              </a:ext>
            </a:extLst>
          </p:cNvPr>
          <p:cNvSpPr/>
          <p:nvPr/>
        </p:nvSpPr>
        <p:spPr>
          <a:xfrm rot="10800000">
            <a:off x="3598545" y="958644"/>
            <a:ext cx="1504950" cy="607800"/>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1" name="Rectangle 17">
            <a:extLst>
              <a:ext uri="{FF2B5EF4-FFF2-40B4-BE49-F238E27FC236}">
                <a16:creationId xmlns:a16="http://schemas.microsoft.com/office/drawing/2014/main" id="{66C8ED5F-D38C-CDE6-A00B-5C59AEA22D43}"/>
              </a:ext>
            </a:extLst>
          </p:cNvPr>
          <p:cNvSpPr>
            <a:spLocks noChangeArrowheads="1"/>
          </p:cNvSpPr>
          <p:nvPr/>
        </p:nvSpPr>
        <p:spPr bwMode="auto">
          <a:xfrm>
            <a:off x="1981201" y="6397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3" name="Rectangle 19">
            <a:extLst>
              <a:ext uri="{FF2B5EF4-FFF2-40B4-BE49-F238E27FC236}">
                <a16:creationId xmlns:a16="http://schemas.microsoft.com/office/drawing/2014/main" id="{29A00B08-1140-2264-BDFF-38870B541360}"/>
              </a:ext>
            </a:extLst>
          </p:cNvPr>
          <p:cNvSpPr>
            <a:spLocks noChangeArrowheads="1"/>
          </p:cNvSpPr>
          <p:nvPr/>
        </p:nvSpPr>
        <p:spPr bwMode="auto">
          <a:xfrm>
            <a:off x="1927225" y="1139655"/>
            <a:ext cx="1346844" cy="569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300" b="1">
                <a:solidFill>
                  <a:srgbClr val="000000"/>
                </a:solidFill>
                <a:latin typeface="Arial" panose="020B0604020202020204" pitchFamily="34" charset="0"/>
                <a:ea typeface="Times New Roman" panose="02020603050405020304" pitchFamily="18" charset="0"/>
              </a:rPr>
              <a:t>                         </a:t>
            </a:r>
            <a:endParaRPr lang="en-US" altLang="en-US" sz="600">
              <a:latin typeface="Arial" panose="020B0604020202020204" pitchFamily="34" charset="0"/>
            </a:endParaRPr>
          </a:p>
          <a:p>
            <a:pPr eaLnBrk="0" fontAlgn="base" hangingPunct="0">
              <a:spcBef>
                <a:spcPct val="0"/>
              </a:spcBef>
              <a:spcAft>
                <a:spcPct val="0"/>
              </a:spcAft>
            </a:pPr>
            <a:endParaRPr lang="en-US" altLang="en-US">
              <a:latin typeface="Arial" panose="020B0604020202020204" pitchFamily="34" charset="0"/>
            </a:endParaRPr>
          </a:p>
        </p:txBody>
      </p:sp>
      <p:sp>
        <p:nvSpPr>
          <p:cNvPr id="14" name="Rectangle 20">
            <a:extLst>
              <a:ext uri="{FF2B5EF4-FFF2-40B4-BE49-F238E27FC236}">
                <a16:creationId xmlns:a16="http://schemas.microsoft.com/office/drawing/2014/main" id="{59D8CBBE-3471-74C4-33D1-247421E362F1}"/>
              </a:ext>
            </a:extLst>
          </p:cNvPr>
          <p:cNvSpPr>
            <a:spLocks noChangeArrowheads="1"/>
          </p:cNvSpPr>
          <p:nvPr/>
        </p:nvSpPr>
        <p:spPr bwMode="auto">
          <a:xfrm>
            <a:off x="2997995" y="2211466"/>
            <a:ext cx="1858201" cy="569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300" b="1" dirty="0">
                <a:solidFill>
                  <a:srgbClr val="000000"/>
                </a:solidFill>
                <a:latin typeface="Arial" panose="020B0604020202020204" pitchFamily="34" charset="0"/>
                <a:ea typeface="Times New Roman" panose="02020603050405020304" pitchFamily="18" charset="0"/>
              </a:rPr>
              <a:t>                                    </a:t>
            </a:r>
            <a:endParaRPr lang="en-US" altLang="en-US" sz="600" dirty="0">
              <a:latin typeface="Arial" panose="020B0604020202020204" pitchFamily="34" charset="0"/>
            </a:endParaRPr>
          </a:p>
          <a:p>
            <a:pPr eaLnBrk="0" fontAlgn="base" hangingPunct="0">
              <a:spcBef>
                <a:spcPct val="0"/>
              </a:spcBef>
              <a:spcAft>
                <a:spcPct val="0"/>
              </a:spcAft>
            </a:pPr>
            <a:endParaRPr lang="en-US" altLang="en-US" dirty="0">
              <a:latin typeface="Arial" panose="020B0604020202020204" pitchFamily="34" charset="0"/>
            </a:endParaRPr>
          </a:p>
        </p:txBody>
      </p:sp>
      <p:sp>
        <p:nvSpPr>
          <p:cNvPr id="15" name="Rectangle 21">
            <a:extLst>
              <a:ext uri="{FF2B5EF4-FFF2-40B4-BE49-F238E27FC236}">
                <a16:creationId xmlns:a16="http://schemas.microsoft.com/office/drawing/2014/main" id="{217A02E9-E88C-7717-E221-9F0265FCAE9C}"/>
              </a:ext>
            </a:extLst>
          </p:cNvPr>
          <p:cNvSpPr>
            <a:spLocks noChangeArrowheads="1"/>
          </p:cNvSpPr>
          <p:nvPr/>
        </p:nvSpPr>
        <p:spPr bwMode="auto">
          <a:xfrm>
            <a:off x="1981201" y="2239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6" name="Rectangle 22">
            <a:extLst>
              <a:ext uri="{FF2B5EF4-FFF2-40B4-BE49-F238E27FC236}">
                <a16:creationId xmlns:a16="http://schemas.microsoft.com/office/drawing/2014/main" id="{CB5CADF8-BBC1-8269-03F4-D02EA34AD085}"/>
              </a:ext>
            </a:extLst>
          </p:cNvPr>
          <p:cNvSpPr>
            <a:spLocks noChangeArrowheads="1"/>
          </p:cNvSpPr>
          <p:nvPr/>
        </p:nvSpPr>
        <p:spPr bwMode="auto">
          <a:xfrm>
            <a:off x="2352000" y="1502659"/>
            <a:ext cx="815871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Bagasse ash                                Rice husk ash                                Stone dust</a:t>
            </a:r>
            <a:endParaRPr lang="en-US" altLang="en-US" dirty="0">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endParaRPr lang="en-US" altLang="en-US" dirty="0">
              <a:latin typeface="Arial" panose="020B0604020202020204" pitchFamily="34" charset="0"/>
            </a:endParaRPr>
          </a:p>
        </p:txBody>
      </p:sp>
      <p:sp>
        <p:nvSpPr>
          <p:cNvPr id="17" name="Rectangle 23">
            <a:extLst>
              <a:ext uri="{FF2B5EF4-FFF2-40B4-BE49-F238E27FC236}">
                <a16:creationId xmlns:a16="http://schemas.microsoft.com/office/drawing/2014/main" id="{373471B6-7100-3747-7F4C-C34DBBC91A1C}"/>
              </a:ext>
            </a:extLst>
          </p:cNvPr>
          <p:cNvSpPr>
            <a:spLocks noChangeArrowheads="1"/>
          </p:cNvSpPr>
          <p:nvPr/>
        </p:nvSpPr>
        <p:spPr bwMode="auto">
          <a:xfrm>
            <a:off x="1981201" y="1962935"/>
            <a:ext cx="18473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br>
              <a:rPr lang="en-US" altLang="en-US">
                <a:latin typeface="Arial" panose="020B0604020202020204" pitchFamily="34" charset="0"/>
              </a:rPr>
            </a:br>
            <a:endParaRPr lang="en-US" altLang="en-US">
              <a:latin typeface="Arial" panose="020B0604020202020204" pitchFamily="34" charset="0"/>
            </a:endParaRPr>
          </a:p>
          <a:p>
            <a:pPr eaLnBrk="0" fontAlgn="base" hangingPunct="0">
              <a:spcBef>
                <a:spcPct val="0"/>
              </a:spcBef>
              <a:spcAft>
                <a:spcPct val="0"/>
              </a:spcAft>
            </a:pPr>
            <a:endParaRPr lang="en-US" altLang="en-US">
              <a:latin typeface="Arial" panose="020B0604020202020204" pitchFamily="34" charset="0"/>
            </a:endParaRPr>
          </a:p>
        </p:txBody>
      </p:sp>
      <p:sp>
        <p:nvSpPr>
          <p:cNvPr id="20" name="Rectangle 26">
            <a:extLst>
              <a:ext uri="{FF2B5EF4-FFF2-40B4-BE49-F238E27FC236}">
                <a16:creationId xmlns:a16="http://schemas.microsoft.com/office/drawing/2014/main" id="{CD80E65E-59CB-DAE4-E79E-C83FAD3961A1}"/>
              </a:ext>
            </a:extLst>
          </p:cNvPr>
          <p:cNvSpPr>
            <a:spLocks noChangeArrowheads="1"/>
          </p:cNvSpPr>
          <p:nvPr/>
        </p:nvSpPr>
        <p:spPr bwMode="auto">
          <a:xfrm>
            <a:off x="1981201" y="2239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cxnSp>
        <p:nvCxnSpPr>
          <p:cNvPr id="22" name="Connector: Elbow 21">
            <a:extLst>
              <a:ext uri="{FF2B5EF4-FFF2-40B4-BE49-F238E27FC236}">
                <a16:creationId xmlns:a16="http://schemas.microsoft.com/office/drawing/2014/main" id="{9B7038DA-51B9-694C-8D61-0D326334A1C5}"/>
              </a:ext>
            </a:extLst>
          </p:cNvPr>
          <p:cNvCxnSpPr/>
          <p:nvPr/>
        </p:nvCxnSpPr>
        <p:spPr>
          <a:xfrm>
            <a:off x="4741545" y="8093075"/>
            <a:ext cx="723900" cy="234950"/>
          </a:xfrm>
          <a:prstGeom prst="bentConnector3">
            <a:avLst>
              <a:gd name="adj1" fmla="val 3036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241F9DDF-D09F-3C29-39DC-1EC38F29C843}"/>
              </a:ext>
            </a:extLst>
          </p:cNvPr>
          <p:cNvCxnSpPr/>
          <p:nvPr/>
        </p:nvCxnSpPr>
        <p:spPr>
          <a:xfrm flipH="1">
            <a:off x="6379846" y="8030845"/>
            <a:ext cx="509905" cy="214630"/>
          </a:xfrm>
          <a:prstGeom prst="bentConnector3">
            <a:avLst>
              <a:gd name="adj1" fmla="val 48619"/>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Rectangle 33">
            <a:extLst>
              <a:ext uri="{FF2B5EF4-FFF2-40B4-BE49-F238E27FC236}">
                <a16:creationId xmlns:a16="http://schemas.microsoft.com/office/drawing/2014/main" id="{6BBC73AC-62B7-F66B-2692-661D8ACE2A89}"/>
              </a:ext>
            </a:extLst>
          </p:cNvPr>
          <p:cNvSpPr>
            <a:spLocks noChangeArrowheads="1"/>
          </p:cNvSpPr>
          <p:nvPr/>
        </p:nvSpPr>
        <p:spPr bwMode="auto">
          <a:xfrm>
            <a:off x="1676401" y="424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6" name="Rectangle 34">
            <a:extLst>
              <a:ext uri="{FF2B5EF4-FFF2-40B4-BE49-F238E27FC236}">
                <a16:creationId xmlns:a16="http://schemas.microsoft.com/office/drawing/2014/main" id="{6F841B10-DAF9-6E32-4D6E-0ACB340918C8}"/>
              </a:ext>
            </a:extLst>
          </p:cNvPr>
          <p:cNvSpPr>
            <a:spLocks noChangeArrowheads="1"/>
          </p:cNvSpPr>
          <p:nvPr/>
        </p:nvSpPr>
        <p:spPr bwMode="auto">
          <a:xfrm>
            <a:off x="1676401" y="363380"/>
            <a:ext cx="1021433"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300" dirty="0">
                <a:solidFill>
                  <a:srgbClr val="000000"/>
                </a:solidFill>
                <a:latin typeface="Arial" panose="020B0604020202020204" pitchFamily="34" charset="0"/>
                <a:ea typeface="Times New Roman" panose="02020603050405020304" pitchFamily="18" charset="0"/>
              </a:rPr>
              <a:t>             </a:t>
            </a:r>
            <a:endParaRPr lang="en-US" altLang="en-US" sz="600" dirty="0">
              <a:latin typeface="Arial" panose="020B0604020202020204" pitchFamily="34" charset="0"/>
            </a:endParaRPr>
          </a:p>
          <a:p>
            <a:pPr eaLnBrk="0" fontAlgn="base" hangingPunct="0">
              <a:spcBef>
                <a:spcPct val="0"/>
              </a:spcBef>
              <a:spcAft>
                <a:spcPct val="0"/>
              </a:spcAft>
            </a:pPr>
            <a:r>
              <a:rPr lang="en-US" altLang="en-US" sz="1300" dirty="0">
                <a:solidFill>
                  <a:srgbClr val="000000"/>
                </a:solidFill>
                <a:latin typeface="Arial" panose="020B0604020202020204" pitchFamily="34" charset="0"/>
                <a:ea typeface="Times New Roman" panose="02020603050405020304" pitchFamily="18" charset="0"/>
              </a:rPr>
              <a:t>                  </a:t>
            </a:r>
            <a:endParaRPr lang="en-US" altLang="en-US" dirty="0">
              <a:latin typeface="Arial" panose="020B0604020202020204" pitchFamily="34" charset="0"/>
            </a:endParaRPr>
          </a:p>
        </p:txBody>
      </p:sp>
      <p:sp>
        <p:nvSpPr>
          <p:cNvPr id="28" name="TextBox 27">
            <a:extLst>
              <a:ext uri="{FF2B5EF4-FFF2-40B4-BE49-F238E27FC236}">
                <a16:creationId xmlns:a16="http://schemas.microsoft.com/office/drawing/2014/main" id="{9E47CF6A-25F8-366E-4A1A-ACB38704B603}"/>
              </a:ext>
            </a:extLst>
          </p:cNvPr>
          <p:cNvSpPr txBox="1"/>
          <p:nvPr/>
        </p:nvSpPr>
        <p:spPr>
          <a:xfrm>
            <a:off x="5266807" y="5341930"/>
            <a:ext cx="5309418" cy="369332"/>
          </a:xfrm>
          <a:prstGeom prst="rect">
            <a:avLst/>
          </a:prstGeom>
          <a:noFill/>
        </p:spPr>
        <p:txBody>
          <a:bodyPr wrap="square">
            <a:spAutoFit/>
          </a:bodyPr>
          <a:lstStyle/>
          <a:p>
            <a:pPr eaLnBrk="0" fontAlgn="base" hangingPunct="0">
              <a:spcBef>
                <a:spcPct val="0"/>
              </a:spcBef>
              <a:spcAft>
                <a:spcPct val="0"/>
              </a:spcAft>
            </a:pPr>
            <a:r>
              <a:rPr lang="en-US" altLang="en-US"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alt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Casting &amp; Curing </a:t>
            </a:r>
            <a:endParaRPr lang="en-US" altLang="en-US" dirty="0">
              <a:latin typeface="Times New Roman" panose="02020603050405020304" pitchFamily="18" charset="0"/>
              <a:cs typeface="Times New Roman" panose="02020603050405020304" pitchFamily="18" charset="0"/>
            </a:endParaRPr>
          </a:p>
        </p:txBody>
      </p:sp>
      <p:sp>
        <p:nvSpPr>
          <p:cNvPr id="29" name="Rectangle 36">
            <a:extLst>
              <a:ext uri="{FF2B5EF4-FFF2-40B4-BE49-F238E27FC236}">
                <a16:creationId xmlns:a16="http://schemas.microsoft.com/office/drawing/2014/main" id="{CED0BEF7-AFE5-82C6-E9DF-89FB6EC86ED1}"/>
              </a:ext>
            </a:extLst>
          </p:cNvPr>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1" name="Rectangle 37">
            <a:extLst>
              <a:ext uri="{FF2B5EF4-FFF2-40B4-BE49-F238E27FC236}">
                <a16:creationId xmlns:a16="http://schemas.microsoft.com/office/drawing/2014/main" id="{9FBCF8F6-B168-7F6C-F5D8-91342B70FECF}"/>
              </a:ext>
            </a:extLst>
          </p:cNvPr>
          <p:cNvSpPr>
            <a:spLocks noChangeArrowheads="1"/>
          </p:cNvSpPr>
          <p:nvPr/>
        </p:nvSpPr>
        <p:spPr bwMode="auto">
          <a:xfrm>
            <a:off x="-368766" y="3741880"/>
            <a:ext cx="92727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US" alt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Concrete</a:t>
            </a:r>
            <a:endParaRPr lang="en-US" altLang="en-US"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2A41C2FF-63C1-7B5A-C3D8-B503A5723B05}"/>
              </a:ext>
            </a:extLst>
          </p:cNvPr>
          <p:cNvSpPr txBox="1"/>
          <p:nvPr/>
        </p:nvSpPr>
        <p:spPr>
          <a:xfrm>
            <a:off x="5855493" y="5958303"/>
            <a:ext cx="5309418" cy="369332"/>
          </a:xfrm>
          <a:prstGeom prst="rect">
            <a:avLst/>
          </a:prstGeom>
          <a:noFill/>
        </p:spPr>
        <p:txBody>
          <a:bodyPr wrap="square">
            <a:spAutoFit/>
          </a:bodyPr>
          <a:lstStyle/>
          <a:p>
            <a:r>
              <a:rPr lang="en-IN" dirty="0">
                <a:solidFill>
                  <a:srgbClr val="000000"/>
                </a:solidFill>
                <a:latin typeface="Times New Roman" panose="02020603050405020304" pitchFamily="18" charset="0"/>
                <a:ea typeface="Times New Roman" panose="02020603050405020304" pitchFamily="18" charset="0"/>
              </a:rPr>
              <a:t>TESTING</a:t>
            </a:r>
            <a:endParaRPr lang="en-IN" dirty="0"/>
          </a:p>
        </p:txBody>
      </p:sp>
      <p:cxnSp>
        <p:nvCxnSpPr>
          <p:cNvPr id="43" name="Connector: Elbow 42">
            <a:extLst>
              <a:ext uri="{FF2B5EF4-FFF2-40B4-BE49-F238E27FC236}">
                <a16:creationId xmlns:a16="http://schemas.microsoft.com/office/drawing/2014/main" id="{C8A6319E-B5B2-63E7-5A38-EE88AFD8E88C}"/>
              </a:ext>
            </a:extLst>
          </p:cNvPr>
          <p:cNvCxnSpPr>
            <a:cxnSpLocks/>
          </p:cNvCxnSpPr>
          <p:nvPr/>
        </p:nvCxnSpPr>
        <p:spPr>
          <a:xfrm>
            <a:off x="6889591" y="6113834"/>
            <a:ext cx="928376" cy="183524"/>
          </a:xfrm>
          <a:prstGeom prst="bentConnector3">
            <a:avLst>
              <a:gd name="adj1" fmla="val 5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D5F86772-C82C-E1BE-6235-0BD5DC051848}"/>
              </a:ext>
            </a:extLst>
          </p:cNvPr>
          <p:cNvCxnSpPr>
            <a:cxnSpLocks/>
          </p:cNvCxnSpPr>
          <p:nvPr/>
        </p:nvCxnSpPr>
        <p:spPr>
          <a:xfrm>
            <a:off x="5020164" y="5958980"/>
            <a:ext cx="820881" cy="170843"/>
          </a:xfrm>
          <a:prstGeom prst="bentConnector3">
            <a:avLst>
              <a:gd name="adj1" fmla="val 5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6525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890F1-38B3-7AE2-7A4D-CF407165B88B}"/>
              </a:ext>
            </a:extLst>
          </p:cNvPr>
          <p:cNvSpPr>
            <a:spLocks noGrp="1"/>
          </p:cNvSpPr>
          <p:nvPr>
            <p:ph type="title"/>
          </p:nvPr>
        </p:nvSpPr>
        <p:spPr/>
        <p:txBody>
          <a:bodyPr>
            <a:normAutofit/>
          </a:bodyPr>
          <a:lstStyle/>
          <a:p>
            <a:r>
              <a:rPr lang="en-IN" sz="2400" dirty="0">
                <a:latin typeface="Times New Roman" panose="02020603050405020304" pitchFamily="18" charset="0"/>
                <a:cs typeface="Times New Roman" panose="02020603050405020304" pitchFamily="18" charset="0"/>
              </a:rPr>
              <a:t>TABLE: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Concrete load bearing capacity with replacement of manufactured sand with quarry dust, cement with BA &amp; rice husk with different percentages</a:t>
            </a:r>
          </a:p>
        </p:txBody>
      </p:sp>
      <p:graphicFrame>
        <p:nvGraphicFramePr>
          <p:cNvPr id="7" name="Content Placeholder 6">
            <a:extLst>
              <a:ext uri="{FF2B5EF4-FFF2-40B4-BE49-F238E27FC236}">
                <a16:creationId xmlns:a16="http://schemas.microsoft.com/office/drawing/2014/main" id="{EF4BCF32-0909-A788-234D-E6BECE71E97F}"/>
              </a:ext>
            </a:extLst>
          </p:cNvPr>
          <p:cNvGraphicFramePr>
            <a:graphicFrameLocks noGrp="1"/>
          </p:cNvGraphicFramePr>
          <p:nvPr>
            <p:ph idx="1"/>
            <p:extLst>
              <p:ext uri="{D42A27DB-BD31-4B8C-83A1-F6EECF244321}">
                <p14:modId xmlns:p14="http://schemas.microsoft.com/office/powerpoint/2010/main" val="1944682019"/>
              </p:ext>
            </p:extLst>
          </p:nvPr>
        </p:nvGraphicFramePr>
        <p:xfrm>
          <a:off x="1278194" y="1907458"/>
          <a:ext cx="9861753" cy="3991897"/>
        </p:xfrm>
        <a:graphic>
          <a:graphicData uri="http://schemas.openxmlformats.org/drawingml/2006/table">
            <a:tbl>
              <a:tblPr>
                <a:tableStyleId>{5C22544A-7EE6-4342-B048-85BDC9FD1C3A}</a:tableStyleId>
              </a:tblPr>
              <a:tblGrid>
                <a:gridCol w="1432208">
                  <a:extLst>
                    <a:ext uri="{9D8B030D-6E8A-4147-A177-3AD203B41FA5}">
                      <a16:colId xmlns:a16="http://schemas.microsoft.com/office/drawing/2014/main" val="2165404053"/>
                    </a:ext>
                  </a:extLst>
                </a:gridCol>
                <a:gridCol w="1048808">
                  <a:extLst>
                    <a:ext uri="{9D8B030D-6E8A-4147-A177-3AD203B41FA5}">
                      <a16:colId xmlns:a16="http://schemas.microsoft.com/office/drawing/2014/main" val="1932001974"/>
                    </a:ext>
                  </a:extLst>
                </a:gridCol>
                <a:gridCol w="959032">
                  <a:extLst>
                    <a:ext uri="{9D8B030D-6E8A-4147-A177-3AD203B41FA5}">
                      <a16:colId xmlns:a16="http://schemas.microsoft.com/office/drawing/2014/main" val="3327349983"/>
                    </a:ext>
                  </a:extLst>
                </a:gridCol>
                <a:gridCol w="1013953">
                  <a:extLst>
                    <a:ext uri="{9D8B030D-6E8A-4147-A177-3AD203B41FA5}">
                      <a16:colId xmlns:a16="http://schemas.microsoft.com/office/drawing/2014/main" val="2901614569"/>
                    </a:ext>
                  </a:extLst>
                </a:gridCol>
                <a:gridCol w="1013953">
                  <a:extLst>
                    <a:ext uri="{9D8B030D-6E8A-4147-A177-3AD203B41FA5}">
                      <a16:colId xmlns:a16="http://schemas.microsoft.com/office/drawing/2014/main" val="755026983"/>
                    </a:ext>
                  </a:extLst>
                </a:gridCol>
                <a:gridCol w="929458">
                  <a:extLst>
                    <a:ext uri="{9D8B030D-6E8A-4147-A177-3AD203B41FA5}">
                      <a16:colId xmlns:a16="http://schemas.microsoft.com/office/drawing/2014/main" val="2308540613"/>
                    </a:ext>
                  </a:extLst>
                </a:gridCol>
                <a:gridCol w="1436435">
                  <a:extLst>
                    <a:ext uri="{9D8B030D-6E8A-4147-A177-3AD203B41FA5}">
                      <a16:colId xmlns:a16="http://schemas.microsoft.com/office/drawing/2014/main" val="1357613175"/>
                    </a:ext>
                  </a:extLst>
                </a:gridCol>
                <a:gridCol w="1013953">
                  <a:extLst>
                    <a:ext uri="{9D8B030D-6E8A-4147-A177-3AD203B41FA5}">
                      <a16:colId xmlns:a16="http://schemas.microsoft.com/office/drawing/2014/main" val="3855540658"/>
                    </a:ext>
                  </a:extLst>
                </a:gridCol>
                <a:gridCol w="1013953">
                  <a:extLst>
                    <a:ext uri="{9D8B030D-6E8A-4147-A177-3AD203B41FA5}">
                      <a16:colId xmlns:a16="http://schemas.microsoft.com/office/drawing/2014/main" val="1223901068"/>
                    </a:ext>
                  </a:extLst>
                </a:gridCol>
              </a:tblGrid>
              <a:tr h="393801">
                <a:tc gridSpan="9">
                  <a:txBody>
                    <a:bodyPr/>
                    <a:lstStyle/>
                    <a:p>
                      <a:pPr marL="19685" algn="ctr">
                        <a:spcBef>
                          <a:spcPts val="170"/>
                        </a:spcBef>
                        <a:buNone/>
                      </a:pPr>
                      <a:r>
                        <a:rPr lang="en-IN" sz="1800">
                          <a:effectLst/>
                          <a:latin typeface="Times New Roman" panose="02020603050405020304" pitchFamily="18" charset="0"/>
                          <a:cs typeface="Times New Roman" panose="02020603050405020304" pitchFamily="18" charset="0"/>
                        </a:rPr>
                        <a:t>Concrete load bearing capacity</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96002807"/>
                  </a:ext>
                </a:extLst>
              </a:tr>
              <a:tr h="432463">
                <a:tc gridSpan="5">
                  <a:txBody>
                    <a:bodyPr/>
                    <a:lstStyle/>
                    <a:p>
                      <a:pPr marL="1511935" algn="l">
                        <a:spcBef>
                          <a:spcPts val="245"/>
                        </a:spcBef>
                        <a:buNone/>
                      </a:pPr>
                      <a:r>
                        <a:rPr lang="en-IN" sz="1800">
                          <a:effectLst/>
                          <a:latin typeface="Times New Roman" panose="02020603050405020304" pitchFamily="18" charset="0"/>
                          <a:cs typeface="Times New Roman" panose="02020603050405020304" pitchFamily="18" charset="0"/>
                        </a:rPr>
                        <a:t>with water</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4">
                  <a:txBody>
                    <a:bodyPr/>
                    <a:lstStyle/>
                    <a:p>
                      <a:pPr marL="848995" algn="l">
                        <a:spcBef>
                          <a:spcPts val="245"/>
                        </a:spcBef>
                        <a:buNone/>
                      </a:pPr>
                      <a:r>
                        <a:rPr lang="en-IN" sz="1800">
                          <a:effectLst/>
                          <a:latin typeface="Times New Roman" panose="02020603050405020304" pitchFamily="18" charset="0"/>
                          <a:cs typeface="Times New Roman" panose="02020603050405020304" pitchFamily="18" charset="0"/>
                        </a:rPr>
                        <a:t>with Naoh</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625923475"/>
                  </a:ext>
                </a:extLst>
              </a:tr>
              <a:tr h="915381">
                <a:tc>
                  <a:txBody>
                    <a:bodyPr/>
                    <a:lstStyle/>
                    <a:p>
                      <a:pPr marL="224790" marR="151130" indent="-46355" algn="l">
                        <a:spcBef>
                          <a:spcPts val="1365"/>
                        </a:spcBef>
                        <a:buNone/>
                      </a:pPr>
                      <a:r>
                        <a:rPr lang="en-IN" sz="1800">
                          <a:effectLst/>
                          <a:latin typeface="Times New Roman" panose="02020603050405020304" pitchFamily="18" charset="0"/>
                          <a:cs typeface="Times New Roman" panose="02020603050405020304" pitchFamily="18" charset="0"/>
                        </a:rPr>
                        <a:t>SAMPLES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02235" marR="66040" indent="-9525" algn="l">
                        <a:spcBef>
                          <a:spcPts val="1365"/>
                        </a:spcBef>
                        <a:buNone/>
                      </a:pPr>
                      <a:r>
                        <a:rPr lang="en-IN" sz="1800">
                          <a:effectLst/>
                          <a:latin typeface="Times New Roman" panose="02020603050405020304" pitchFamily="18" charset="0"/>
                          <a:cs typeface="Times New Roman" panose="02020603050405020304" pitchFamily="18" charset="0"/>
                        </a:rPr>
                        <a:t>7 Days </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ctr">
                        <a:spcBef>
                          <a:spcPts val="675"/>
                        </a:spcBef>
                        <a:buNone/>
                      </a:pPr>
                      <a:r>
                        <a:rPr lang="en-IN" sz="1800">
                          <a:effectLst/>
                          <a:latin typeface="Times New Roman" panose="02020603050405020304" pitchFamily="18" charset="0"/>
                          <a:cs typeface="Times New Roman" panose="02020603050405020304" pitchFamily="18" charset="0"/>
                        </a:rPr>
                        <a:t>14</a:t>
                      </a:r>
                    </a:p>
                    <a:p>
                      <a:pPr marL="24130" algn="ctr">
                        <a:buNone/>
                      </a:pPr>
                      <a:r>
                        <a:rPr lang="en-IN" sz="1800">
                          <a:effectLst/>
                          <a:latin typeface="Times New Roman" panose="02020603050405020304" pitchFamily="18" charset="0"/>
                          <a:cs typeface="Times New Roman" panose="02020603050405020304" pitchFamily="18" charset="0"/>
                        </a:rPr>
                        <a:t>Days </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35" algn="ctr">
                        <a:spcBef>
                          <a:spcPts val="675"/>
                        </a:spcBef>
                        <a:buNone/>
                      </a:pPr>
                      <a:r>
                        <a:rPr lang="en-IN" sz="1800">
                          <a:effectLst/>
                          <a:latin typeface="Times New Roman" panose="02020603050405020304" pitchFamily="18" charset="0"/>
                          <a:cs typeface="Times New Roman" panose="02020603050405020304" pitchFamily="18" charset="0"/>
                        </a:rPr>
                        <a:t>28</a:t>
                      </a:r>
                    </a:p>
                    <a:p>
                      <a:pPr marL="24130" algn="ctr">
                        <a:buNone/>
                      </a:pPr>
                      <a:r>
                        <a:rPr lang="en-IN" sz="1800">
                          <a:effectLst/>
                          <a:latin typeface="Times New Roman" panose="02020603050405020304" pitchFamily="18" charset="0"/>
                          <a:cs typeface="Times New Roman" panose="02020603050405020304" pitchFamily="18" charset="0"/>
                        </a:rPr>
                        <a:t>Days </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35" algn="ctr">
                        <a:spcBef>
                          <a:spcPts val="675"/>
                        </a:spcBef>
                        <a:buNone/>
                      </a:pPr>
                      <a:r>
                        <a:rPr lang="en-IN" sz="1800">
                          <a:effectLst/>
                          <a:latin typeface="Times New Roman" panose="02020603050405020304" pitchFamily="18" charset="0"/>
                          <a:cs typeface="Times New Roman" panose="02020603050405020304" pitchFamily="18" charset="0"/>
                        </a:rPr>
                        <a:t>56</a:t>
                      </a:r>
                    </a:p>
                    <a:p>
                      <a:pPr marL="24130" algn="ctr">
                        <a:buNone/>
                      </a:pPr>
                      <a:r>
                        <a:rPr lang="en-IN" sz="1800">
                          <a:effectLst/>
                          <a:latin typeface="Times New Roman" panose="02020603050405020304" pitchFamily="18" charset="0"/>
                          <a:cs typeface="Times New Roman" panose="02020603050405020304" pitchFamily="18" charset="0"/>
                        </a:rPr>
                        <a:t>Days </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905" algn="ctr">
                        <a:buNone/>
                      </a:pPr>
                      <a:r>
                        <a:rPr lang="en-IN" sz="1800" dirty="0">
                          <a:effectLst/>
                          <a:latin typeface="Times New Roman" panose="02020603050405020304" pitchFamily="18" charset="0"/>
                          <a:cs typeface="Times New Roman" panose="02020603050405020304" pitchFamily="18" charset="0"/>
                        </a:rPr>
                        <a:t>7</a:t>
                      </a:r>
                    </a:p>
                    <a:p>
                      <a:pPr marL="17780" algn="ctr">
                        <a:buNone/>
                      </a:pPr>
                      <a:r>
                        <a:rPr lang="en-IN" sz="1800" dirty="0">
                          <a:effectLst/>
                          <a:latin typeface="Times New Roman" panose="02020603050405020304" pitchFamily="18" charset="0"/>
                          <a:cs typeface="Times New Roman" panose="02020603050405020304" pitchFamily="18" charset="0"/>
                        </a:rPr>
                        <a:t>Days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4790" marR="159385" indent="-48895" algn="l">
                        <a:spcBef>
                          <a:spcPts val="1365"/>
                        </a:spcBef>
                        <a:buNone/>
                      </a:pPr>
                      <a:r>
                        <a:rPr lang="en-IN" sz="1800">
                          <a:effectLst/>
                          <a:latin typeface="Times New Roman" panose="02020603050405020304" pitchFamily="18" charset="0"/>
                          <a:cs typeface="Times New Roman" panose="02020603050405020304" pitchFamily="18" charset="0"/>
                        </a:rPr>
                        <a:t>14 Days </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985" algn="ctr">
                        <a:spcBef>
                          <a:spcPts val="675"/>
                        </a:spcBef>
                        <a:buNone/>
                      </a:pPr>
                      <a:r>
                        <a:rPr lang="en-IN" sz="1800">
                          <a:effectLst/>
                          <a:latin typeface="Times New Roman" panose="02020603050405020304" pitchFamily="18" charset="0"/>
                          <a:cs typeface="Times New Roman" panose="02020603050405020304" pitchFamily="18" charset="0"/>
                        </a:rPr>
                        <a:t>28</a:t>
                      </a:r>
                    </a:p>
                    <a:p>
                      <a:pPr marL="22860" marR="5080" algn="ctr">
                        <a:buNone/>
                      </a:pPr>
                      <a:r>
                        <a:rPr lang="en-IN" sz="1800">
                          <a:effectLst/>
                          <a:latin typeface="Times New Roman" panose="02020603050405020304" pitchFamily="18" charset="0"/>
                          <a:cs typeface="Times New Roman" panose="02020603050405020304" pitchFamily="18" charset="0"/>
                        </a:rPr>
                        <a:t>Days </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985" algn="ctr">
                        <a:spcBef>
                          <a:spcPts val="675"/>
                        </a:spcBef>
                        <a:buNone/>
                      </a:pPr>
                      <a:r>
                        <a:rPr lang="en-IN" sz="1800">
                          <a:effectLst/>
                          <a:latin typeface="Times New Roman" panose="02020603050405020304" pitchFamily="18" charset="0"/>
                          <a:cs typeface="Times New Roman" panose="02020603050405020304" pitchFamily="18" charset="0"/>
                        </a:rPr>
                        <a:t>56</a:t>
                      </a:r>
                    </a:p>
                    <a:p>
                      <a:pPr marL="22860" marR="5080" algn="ctr">
                        <a:buNone/>
                      </a:pPr>
                      <a:r>
                        <a:rPr lang="en-IN" sz="1800">
                          <a:effectLst/>
                          <a:latin typeface="Times New Roman" panose="02020603050405020304" pitchFamily="18" charset="0"/>
                          <a:cs typeface="Times New Roman" panose="02020603050405020304" pitchFamily="18" charset="0"/>
                        </a:rPr>
                        <a:t>Days </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7951218"/>
                  </a:ext>
                </a:extLst>
              </a:tr>
              <a:tr h="377685">
                <a:tc>
                  <a:txBody>
                    <a:bodyPr/>
                    <a:lstStyle/>
                    <a:p>
                      <a:pPr marL="22860" algn="ctr">
                        <a:spcBef>
                          <a:spcPts val="670"/>
                        </a:spcBef>
                        <a:buNone/>
                      </a:pPr>
                      <a:r>
                        <a:rPr lang="en-IN" sz="1800">
                          <a:effectLst/>
                          <a:latin typeface="Times New Roman" panose="02020603050405020304" pitchFamily="18" charset="0"/>
                          <a:cs typeface="Times New Roman" panose="02020603050405020304" pitchFamily="18" charset="0"/>
                        </a:rPr>
                        <a:t>CC</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l">
                        <a:spcBef>
                          <a:spcPts val="670"/>
                        </a:spcBef>
                        <a:buNone/>
                      </a:pPr>
                      <a:r>
                        <a:rPr lang="en-IN" sz="1800">
                          <a:effectLst/>
                          <a:latin typeface="Times New Roman" panose="02020603050405020304" pitchFamily="18" charset="0"/>
                          <a:cs typeface="Times New Roman" panose="02020603050405020304" pitchFamily="18" charset="0"/>
                        </a:rPr>
                        <a:t>28.5</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l">
                        <a:spcBef>
                          <a:spcPts val="670"/>
                        </a:spcBef>
                        <a:buNone/>
                      </a:pPr>
                      <a:r>
                        <a:rPr lang="en-IN" sz="1800">
                          <a:effectLst/>
                          <a:latin typeface="Times New Roman" panose="02020603050405020304" pitchFamily="18" charset="0"/>
                          <a:cs typeface="Times New Roman" panose="02020603050405020304" pitchFamily="18" charset="0"/>
                        </a:rPr>
                        <a:t>32.8</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35" algn="l">
                        <a:spcBef>
                          <a:spcPts val="670"/>
                        </a:spcBef>
                        <a:buNone/>
                      </a:pPr>
                      <a:r>
                        <a:rPr lang="en-IN" sz="1800">
                          <a:effectLst/>
                          <a:latin typeface="Times New Roman" panose="02020603050405020304" pitchFamily="18" charset="0"/>
                          <a:cs typeface="Times New Roman" panose="02020603050405020304" pitchFamily="18" charset="0"/>
                        </a:rPr>
                        <a:t>38.2</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35" algn="l">
                        <a:spcBef>
                          <a:spcPts val="670"/>
                        </a:spcBef>
                        <a:buNone/>
                      </a:pPr>
                      <a:r>
                        <a:rPr lang="en-IN" sz="1800">
                          <a:effectLst/>
                          <a:latin typeface="Times New Roman" panose="02020603050405020304" pitchFamily="18" charset="0"/>
                          <a:cs typeface="Times New Roman" panose="02020603050405020304" pitchFamily="18" charset="0"/>
                        </a:rPr>
                        <a:t>41.5</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905" algn="l">
                        <a:spcBef>
                          <a:spcPts val="1360"/>
                        </a:spcBef>
                        <a:buNone/>
                      </a:pPr>
                      <a:r>
                        <a:rPr lang="en-IN" sz="1800">
                          <a:effectLst/>
                          <a:latin typeface="Times New Roman" panose="02020603050405020304" pitchFamily="18" charset="0"/>
                          <a:cs typeface="Times New Roman" panose="02020603050405020304" pitchFamily="18" charset="0"/>
                        </a:rPr>
                        <a:t>29.93</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60350" algn="l">
                        <a:spcBef>
                          <a:spcPts val="1360"/>
                        </a:spcBef>
                        <a:buNone/>
                      </a:pPr>
                      <a:r>
                        <a:rPr lang="en-IN" sz="1800" dirty="0">
                          <a:effectLst/>
                          <a:latin typeface="Times New Roman" panose="02020603050405020304" pitchFamily="18" charset="0"/>
                          <a:cs typeface="Times New Roman" panose="02020603050405020304" pitchFamily="18" charset="0"/>
                        </a:rPr>
                        <a:t>31.79</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985" algn="l">
                        <a:spcBef>
                          <a:spcPts val="1360"/>
                        </a:spcBef>
                        <a:buNone/>
                      </a:pPr>
                      <a:r>
                        <a:rPr lang="en-IN" sz="1800">
                          <a:effectLst/>
                          <a:latin typeface="Times New Roman" panose="02020603050405020304" pitchFamily="18" charset="0"/>
                          <a:cs typeface="Times New Roman" panose="02020603050405020304" pitchFamily="18" charset="0"/>
                        </a:rPr>
                        <a:t>42.38</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985" algn="l">
                        <a:spcBef>
                          <a:spcPts val="670"/>
                        </a:spcBef>
                        <a:buNone/>
                      </a:pPr>
                      <a:r>
                        <a:rPr lang="en-IN" sz="1800">
                          <a:effectLst/>
                          <a:latin typeface="Times New Roman" panose="02020603050405020304" pitchFamily="18" charset="0"/>
                          <a:cs typeface="Times New Roman" panose="02020603050405020304" pitchFamily="18" charset="0"/>
                        </a:rPr>
                        <a:t>44.5</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477663"/>
                  </a:ext>
                </a:extLst>
              </a:tr>
              <a:tr h="459853">
                <a:tc>
                  <a:txBody>
                    <a:bodyPr/>
                    <a:lstStyle/>
                    <a:p>
                      <a:pPr marL="22860" algn="ctr">
                        <a:spcBef>
                          <a:spcPts val="150"/>
                        </a:spcBef>
                        <a:buNone/>
                      </a:pPr>
                      <a:r>
                        <a:rPr lang="en-IN" sz="1800">
                          <a:effectLst/>
                          <a:latin typeface="Times New Roman" panose="02020603050405020304" pitchFamily="18" charset="0"/>
                          <a:cs typeface="Times New Roman" panose="02020603050405020304" pitchFamily="18" charset="0"/>
                        </a:rPr>
                        <a:t>QC50</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l">
                        <a:spcBef>
                          <a:spcPts val="285"/>
                        </a:spcBef>
                        <a:buNone/>
                      </a:pPr>
                      <a:r>
                        <a:rPr lang="en-IN" sz="1800">
                          <a:effectLst/>
                          <a:latin typeface="Times New Roman" panose="02020603050405020304" pitchFamily="18" charset="0"/>
                          <a:cs typeface="Times New Roman" panose="02020603050405020304" pitchFamily="18" charset="0"/>
                        </a:rPr>
                        <a:t>25.8</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l">
                        <a:spcBef>
                          <a:spcPts val="285"/>
                        </a:spcBef>
                        <a:buNone/>
                      </a:pPr>
                      <a:r>
                        <a:rPr lang="en-IN" sz="1800">
                          <a:effectLst/>
                          <a:latin typeface="Times New Roman" panose="02020603050405020304" pitchFamily="18" charset="0"/>
                          <a:cs typeface="Times New Roman" panose="02020603050405020304" pitchFamily="18" charset="0"/>
                        </a:rPr>
                        <a:t>30.5</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35" algn="l">
                        <a:spcBef>
                          <a:spcPts val="285"/>
                        </a:spcBef>
                        <a:buNone/>
                      </a:pPr>
                      <a:r>
                        <a:rPr lang="en-IN" sz="1800">
                          <a:effectLst/>
                          <a:latin typeface="Times New Roman" panose="02020603050405020304" pitchFamily="18" charset="0"/>
                          <a:cs typeface="Times New Roman" panose="02020603050405020304" pitchFamily="18" charset="0"/>
                        </a:rPr>
                        <a:t>36.7</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35" algn="l">
                        <a:spcBef>
                          <a:spcPts val="150"/>
                        </a:spcBef>
                        <a:buNone/>
                      </a:pPr>
                      <a:r>
                        <a:rPr lang="en-IN" sz="1800">
                          <a:effectLst/>
                          <a:latin typeface="Times New Roman" panose="02020603050405020304" pitchFamily="18" charset="0"/>
                          <a:cs typeface="Times New Roman" panose="02020603050405020304" pitchFamily="18" charset="0"/>
                        </a:rPr>
                        <a:t>39.5</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905" algn="l">
                        <a:spcBef>
                          <a:spcPts val="150"/>
                        </a:spcBef>
                        <a:buNone/>
                      </a:pPr>
                      <a:r>
                        <a:rPr lang="en-IN" sz="1800">
                          <a:effectLst/>
                          <a:latin typeface="Times New Roman" panose="02020603050405020304" pitchFamily="18" charset="0"/>
                          <a:cs typeface="Times New Roman" panose="02020603050405020304" pitchFamily="18" charset="0"/>
                        </a:rPr>
                        <a:t>28.2</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64795" algn="l">
                        <a:spcBef>
                          <a:spcPts val="150"/>
                        </a:spcBef>
                        <a:buNone/>
                      </a:pPr>
                      <a:r>
                        <a:rPr lang="en-IN" sz="1800" dirty="0">
                          <a:effectLst/>
                          <a:latin typeface="Times New Roman" panose="02020603050405020304" pitchFamily="18" charset="0"/>
                          <a:cs typeface="Times New Roman" panose="02020603050405020304" pitchFamily="18" charset="0"/>
                        </a:rPr>
                        <a:t>34.1</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985" algn="l">
                        <a:spcBef>
                          <a:spcPts val="150"/>
                        </a:spcBef>
                        <a:buNone/>
                      </a:pPr>
                      <a:r>
                        <a:rPr lang="en-IN" sz="1800">
                          <a:effectLst/>
                          <a:latin typeface="Times New Roman" panose="02020603050405020304" pitchFamily="18" charset="0"/>
                          <a:cs typeface="Times New Roman" panose="02020603050405020304" pitchFamily="18" charset="0"/>
                        </a:rPr>
                        <a:t>40.5</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985" algn="l">
                        <a:spcBef>
                          <a:spcPts val="150"/>
                        </a:spcBef>
                        <a:buNone/>
                      </a:pPr>
                      <a:r>
                        <a:rPr lang="en-IN" sz="1800">
                          <a:effectLst/>
                          <a:latin typeface="Times New Roman" panose="02020603050405020304" pitchFamily="18" charset="0"/>
                          <a:cs typeface="Times New Roman" panose="02020603050405020304" pitchFamily="18" charset="0"/>
                        </a:rPr>
                        <a:t>43</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6758112"/>
                  </a:ext>
                </a:extLst>
              </a:tr>
              <a:tr h="461294">
                <a:tc>
                  <a:txBody>
                    <a:bodyPr/>
                    <a:lstStyle/>
                    <a:p>
                      <a:pPr marL="22860" algn="ctr">
                        <a:spcBef>
                          <a:spcPts val="175"/>
                        </a:spcBef>
                        <a:buNone/>
                      </a:pPr>
                      <a:r>
                        <a:rPr lang="en-IN" sz="1800">
                          <a:effectLst/>
                          <a:latin typeface="Times New Roman" panose="02020603050405020304" pitchFamily="18" charset="0"/>
                          <a:cs typeface="Times New Roman" panose="02020603050405020304" pitchFamily="18" charset="0"/>
                        </a:rPr>
                        <a:t>BC20</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l">
                        <a:spcBef>
                          <a:spcPts val="175"/>
                        </a:spcBef>
                        <a:buNone/>
                      </a:pPr>
                      <a:r>
                        <a:rPr lang="en-IN" sz="1800">
                          <a:effectLst/>
                          <a:latin typeface="Times New Roman" panose="02020603050405020304" pitchFamily="18" charset="0"/>
                          <a:cs typeface="Times New Roman" panose="02020603050405020304" pitchFamily="18" charset="0"/>
                        </a:rPr>
                        <a:t>29</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l">
                        <a:spcBef>
                          <a:spcPts val="175"/>
                        </a:spcBef>
                        <a:buNone/>
                      </a:pPr>
                      <a:r>
                        <a:rPr lang="en-IN" sz="1800">
                          <a:effectLst/>
                          <a:latin typeface="Times New Roman" panose="02020603050405020304" pitchFamily="18" charset="0"/>
                          <a:cs typeface="Times New Roman" panose="02020603050405020304" pitchFamily="18" charset="0"/>
                        </a:rPr>
                        <a:t>35.4</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35" algn="l">
                        <a:spcBef>
                          <a:spcPts val="175"/>
                        </a:spcBef>
                        <a:buNone/>
                      </a:pPr>
                      <a:r>
                        <a:rPr lang="en-IN" sz="1800">
                          <a:effectLst/>
                          <a:latin typeface="Times New Roman" panose="02020603050405020304" pitchFamily="18" charset="0"/>
                          <a:cs typeface="Times New Roman" panose="02020603050405020304" pitchFamily="18" charset="0"/>
                        </a:rPr>
                        <a:t>42.1</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35" algn="l">
                        <a:spcBef>
                          <a:spcPts val="175"/>
                        </a:spcBef>
                        <a:buNone/>
                      </a:pPr>
                      <a:r>
                        <a:rPr lang="en-IN" sz="1800">
                          <a:effectLst/>
                          <a:latin typeface="Times New Roman" panose="02020603050405020304" pitchFamily="18" charset="0"/>
                          <a:cs typeface="Times New Roman" panose="02020603050405020304" pitchFamily="18" charset="0"/>
                        </a:rPr>
                        <a:t>45.6</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905" algn="l">
                        <a:spcBef>
                          <a:spcPts val="175"/>
                        </a:spcBef>
                        <a:buNone/>
                      </a:pPr>
                      <a:r>
                        <a:rPr lang="en-IN" sz="1800">
                          <a:effectLst/>
                          <a:latin typeface="Times New Roman" panose="02020603050405020304" pitchFamily="18" charset="0"/>
                          <a:cs typeface="Times New Roman" panose="02020603050405020304" pitchFamily="18" charset="0"/>
                        </a:rPr>
                        <a:t>32.6</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60350" algn="l">
                        <a:spcBef>
                          <a:spcPts val="175"/>
                        </a:spcBef>
                        <a:buNone/>
                      </a:pPr>
                      <a:r>
                        <a:rPr lang="en-IN" sz="1800">
                          <a:effectLst/>
                          <a:latin typeface="Times New Roman" panose="02020603050405020304" pitchFamily="18" charset="0"/>
                          <a:cs typeface="Times New Roman" panose="02020603050405020304" pitchFamily="18" charset="0"/>
                        </a:rPr>
                        <a:t>34.62</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985" algn="l">
                        <a:spcBef>
                          <a:spcPts val="175"/>
                        </a:spcBef>
                        <a:buNone/>
                      </a:pPr>
                      <a:r>
                        <a:rPr lang="en-IN" sz="1800">
                          <a:effectLst/>
                          <a:latin typeface="Times New Roman" panose="02020603050405020304" pitchFamily="18" charset="0"/>
                          <a:cs typeface="Times New Roman" panose="02020603050405020304" pitchFamily="18" charset="0"/>
                        </a:rPr>
                        <a:t>46.15</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985" algn="l">
                        <a:spcBef>
                          <a:spcPts val="175"/>
                        </a:spcBef>
                        <a:buNone/>
                      </a:pPr>
                      <a:r>
                        <a:rPr lang="en-IN" sz="1800">
                          <a:effectLst/>
                          <a:latin typeface="Times New Roman" panose="02020603050405020304" pitchFamily="18" charset="0"/>
                          <a:cs typeface="Times New Roman" panose="02020603050405020304" pitchFamily="18" charset="0"/>
                        </a:rPr>
                        <a:t>48.45</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5174827"/>
                  </a:ext>
                </a:extLst>
              </a:tr>
              <a:tr h="490126">
                <a:tc>
                  <a:txBody>
                    <a:bodyPr/>
                    <a:lstStyle/>
                    <a:p>
                      <a:pPr marL="22860" algn="ctr">
                        <a:spcBef>
                          <a:spcPts val="200"/>
                        </a:spcBef>
                        <a:buNone/>
                      </a:pPr>
                      <a:r>
                        <a:rPr lang="en-IN" sz="1800">
                          <a:effectLst/>
                          <a:latin typeface="Times New Roman" panose="02020603050405020304" pitchFamily="18" charset="0"/>
                          <a:cs typeface="Times New Roman" panose="02020603050405020304" pitchFamily="18" charset="0"/>
                        </a:rPr>
                        <a:t>BR2c</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l">
                        <a:spcBef>
                          <a:spcPts val="200"/>
                        </a:spcBef>
                        <a:buNone/>
                      </a:pPr>
                      <a:r>
                        <a:rPr lang="en-IN" sz="1800">
                          <a:effectLst/>
                          <a:latin typeface="Times New Roman" panose="02020603050405020304" pitchFamily="18" charset="0"/>
                          <a:cs typeface="Times New Roman" panose="02020603050405020304" pitchFamily="18" charset="0"/>
                        </a:rPr>
                        <a:t>27.2</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l">
                        <a:spcBef>
                          <a:spcPts val="200"/>
                        </a:spcBef>
                        <a:buNone/>
                      </a:pPr>
                      <a:r>
                        <a:rPr lang="en-IN" sz="1800">
                          <a:effectLst/>
                          <a:latin typeface="Times New Roman" panose="02020603050405020304" pitchFamily="18" charset="0"/>
                          <a:cs typeface="Times New Roman" panose="02020603050405020304" pitchFamily="18" charset="0"/>
                        </a:rPr>
                        <a:t>34.8</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35" algn="l">
                        <a:spcBef>
                          <a:spcPts val="200"/>
                        </a:spcBef>
                        <a:buNone/>
                      </a:pPr>
                      <a:r>
                        <a:rPr lang="en-IN" sz="1800">
                          <a:effectLst/>
                          <a:latin typeface="Times New Roman" panose="02020603050405020304" pitchFamily="18" charset="0"/>
                          <a:cs typeface="Times New Roman" panose="02020603050405020304" pitchFamily="18" charset="0"/>
                        </a:rPr>
                        <a:t>40.8</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35" algn="l">
                        <a:spcBef>
                          <a:spcPts val="200"/>
                        </a:spcBef>
                        <a:buNone/>
                      </a:pPr>
                      <a:r>
                        <a:rPr lang="en-IN" sz="1800">
                          <a:effectLst/>
                          <a:latin typeface="Times New Roman" panose="02020603050405020304" pitchFamily="18" charset="0"/>
                          <a:cs typeface="Times New Roman" panose="02020603050405020304" pitchFamily="18" charset="0"/>
                        </a:rPr>
                        <a:t>43.7</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905" algn="l">
                        <a:spcBef>
                          <a:spcPts val="200"/>
                        </a:spcBef>
                        <a:buNone/>
                      </a:pPr>
                      <a:r>
                        <a:rPr lang="en-IN" sz="1800">
                          <a:effectLst/>
                          <a:latin typeface="Times New Roman" panose="02020603050405020304" pitchFamily="18" charset="0"/>
                          <a:cs typeface="Times New Roman" panose="02020603050405020304" pitchFamily="18" charset="0"/>
                        </a:rPr>
                        <a:t>28.8</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64795" algn="l">
                        <a:spcBef>
                          <a:spcPts val="200"/>
                        </a:spcBef>
                        <a:buNone/>
                      </a:pPr>
                      <a:r>
                        <a:rPr lang="en-IN" sz="1800">
                          <a:effectLst/>
                          <a:latin typeface="Times New Roman" panose="02020603050405020304" pitchFamily="18" charset="0"/>
                          <a:cs typeface="Times New Roman" panose="02020603050405020304" pitchFamily="18" charset="0"/>
                        </a:rPr>
                        <a:t>36.2</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985" algn="l">
                        <a:spcBef>
                          <a:spcPts val="200"/>
                        </a:spcBef>
                        <a:buNone/>
                      </a:pPr>
                      <a:r>
                        <a:rPr lang="en-IN" sz="1800">
                          <a:effectLst/>
                          <a:latin typeface="Times New Roman" panose="02020603050405020304" pitchFamily="18" charset="0"/>
                          <a:cs typeface="Times New Roman" panose="02020603050405020304" pitchFamily="18" charset="0"/>
                        </a:rPr>
                        <a:t>43</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985" algn="l">
                        <a:spcBef>
                          <a:spcPts val="200"/>
                        </a:spcBef>
                        <a:buNone/>
                      </a:pPr>
                      <a:r>
                        <a:rPr lang="en-IN" sz="1800">
                          <a:effectLst/>
                          <a:latin typeface="Times New Roman" panose="02020603050405020304" pitchFamily="18" charset="0"/>
                          <a:cs typeface="Times New Roman" panose="02020603050405020304" pitchFamily="18" charset="0"/>
                        </a:rPr>
                        <a:t>46.8</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8748878"/>
                  </a:ext>
                </a:extLst>
              </a:tr>
              <a:tr h="461294">
                <a:tc>
                  <a:txBody>
                    <a:bodyPr/>
                    <a:lstStyle/>
                    <a:p>
                      <a:pPr marL="22860" algn="ctr">
                        <a:spcBef>
                          <a:spcPts val="125"/>
                        </a:spcBef>
                        <a:buNone/>
                      </a:pPr>
                      <a:r>
                        <a:rPr lang="en-IN" sz="1800">
                          <a:effectLst/>
                          <a:latin typeface="Times New Roman" panose="02020603050405020304" pitchFamily="18" charset="0"/>
                          <a:cs typeface="Times New Roman" panose="02020603050405020304" pitchFamily="18" charset="0"/>
                        </a:rPr>
                        <a:t>RC40</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l">
                        <a:spcBef>
                          <a:spcPts val="125"/>
                        </a:spcBef>
                        <a:buNone/>
                      </a:pPr>
                      <a:r>
                        <a:rPr lang="en-IN" sz="1800">
                          <a:effectLst/>
                          <a:latin typeface="Times New Roman" panose="02020603050405020304" pitchFamily="18" charset="0"/>
                          <a:cs typeface="Times New Roman" panose="02020603050405020304" pitchFamily="18" charset="0"/>
                        </a:rPr>
                        <a:t>26.5</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l">
                        <a:spcBef>
                          <a:spcPts val="125"/>
                        </a:spcBef>
                        <a:buNone/>
                      </a:pPr>
                      <a:r>
                        <a:rPr lang="en-IN" sz="1800">
                          <a:effectLst/>
                          <a:latin typeface="Times New Roman" panose="02020603050405020304" pitchFamily="18" charset="0"/>
                          <a:cs typeface="Times New Roman" panose="02020603050405020304" pitchFamily="18" charset="0"/>
                        </a:rPr>
                        <a:t>16.9</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35" algn="l">
                        <a:spcBef>
                          <a:spcPts val="125"/>
                        </a:spcBef>
                        <a:buNone/>
                      </a:pPr>
                      <a:r>
                        <a:rPr lang="en-IN" sz="1800">
                          <a:effectLst/>
                          <a:latin typeface="Times New Roman" panose="02020603050405020304" pitchFamily="18" charset="0"/>
                          <a:cs typeface="Times New Roman" panose="02020603050405020304" pitchFamily="18" charset="0"/>
                        </a:rPr>
                        <a:t>20.5</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35" algn="l">
                        <a:spcBef>
                          <a:spcPts val="125"/>
                        </a:spcBef>
                        <a:buNone/>
                      </a:pPr>
                      <a:r>
                        <a:rPr lang="en-IN" sz="1800" dirty="0">
                          <a:effectLst/>
                          <a:latin typeface="Times New Roman" panose="02020603050405020304" pitchFamily="18" charset="0"/>
                          <a:cs typeface="Times New Roman" panose="02020603050405020304" pitchFamily="18" charset="0"/>
                        </a:rPr>
                        <a:t>23.6</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905" algn="l">
                        <a:spcBef>
                          <a:spcPts val="125"/>
                        </a:spcBef>
                        <a:buNone/>
                      </a:pPr>
                      <a:r>
                        <a:rPr lang="en-IN" sz="1800">
                          <a:effectLst/>
                          <a:latin typeface="Times New Roman" panose="02020603050405020304" pitchFamily="18" charset="0"/>
                          <a:cs typeface="Times New Roman" panose="02020603050405020304" pitchFamily="18" charset="0"/>
                        </a:rPr>
                        <a:t>27.1</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64795" algn="l">
                        <a:spcBef>
                          <a:spcPts val="125"/>
                        </a:spcBef>
                        <a:buNone/>
                      </a:pPr>
                      <a:r>
                        <a:rPr lang="en-IN" sz="1800">
                          <a:effectLst/>
                          <a:latin typeface="Times New Roman" panose="02020603050405020304" pitchFamily="18" charset="0"/>
                          <a:cs typeface="Times New Roman" panose="02020603050405020304" pitchFamily="18" charset="0"/>
                        </a:rPr>
                        <a:t>33.5</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985" algn="l">
                        <a:spcBef>
                          <a:spcPts val="125"/>
                        </a:spcBef>
                        <a:buNone/>
                      </a:pPr>
                      <a:r>
                        <a:rPr lang="en-IN" sz="1800">
                          <a:effectLst/>
                          <a:latin typeface="Times New Roman" panose="02020603050405020304" pitchFamily="18" charset="0"/>
                          <a:cs typeface="Times New Roman" panose="02020603050405020304" pitchFamily="18" charset="0"/>
                        </a:rPr>
                        <a:t>39.8</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985" algn="l">
                        <a:spcBef>
                          <a:spcPts val="125"/>
                        </a:spcBef>
                        <a:buNone/>
                      </a:pPr>
                      <a:r>
                        <a:rPr lang="en-IN" sz="1800" dirty="0">
                          <a:effectLst/>
                          <a:latin typeface="Times New Roman" panose="02020603050405020304" pitchFamily="18" charset="0"/>
                          <a:cs typeface="Times New Roman" panose="02020603050405020304" pitchFamily="18" charset="0"/>
                        </a:rPr>
                        <a:t>42.3</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7901696"/>
                  </a:ext>
                </a:extLst>
              </a:tr>
            </a:tbl>
          </a:graphicData>
        </a:graphic>
      </p:graphicFrame>
    </p:spTree>
    <p:extLst>
      <p:ext uri="{BB962C8B-B14F-4D97-AF65-F5344CB8AC3E}">
        <p14:creationId xmlns:p14="http://schemas.microsoft.com/office/powerpoint/2010/main" val="3211939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20.png">
            <a:extLst>
              <a:ext uri="{FF2B5EF4-FFF2-40B4-BE49-F238E27FC236}">
                <a16:creationId xmlns:a16="http://schemas.microsoft.com/office/drawing/2014/main" id="{F8AEE6FB-0174-A778-1E10-9FF639622584}"/>
              </a:ext>
            </a:extLst>
          </p:cNvPr>
          <p:cNvPicPr/>
          <p:nvPr/>
        </p:nvPicPr>
        <p:blipFill>
          <a:blip r:embed="rId2">
            <a:extLst>
              <a:ext uri="{28A0092B-C50C-407E-A947-70E740481C1C}">
                <a14:useLocalDpi xmlns:a14="http://schemas.microsoft.com/office/drawing/2010/main" val="0"/>
              </a:ext>
            </a:extLst>
          </a:blip>
          <a:srcRect/>
          <a:stretch>
            <a:fillRect/>
          </a:stretch>
        </p:blipFill>
        <p:spPr>
          <a:xfrm>
            <a:off x="838200" y="314631"/>
            <a:ext cx="6044381" cy="2644879"/>
          </a:xfrm>
          <a:prstGeom prst="rect">
            <a:avLst/>
          </a:prstGeom>
          <a:ln/>
        </p:spPr>
      </p:pic>
      <p:pic>
        <p:nvPicPr>
          <p:cNvPr id="5" name="image2.png">
            <a:extLst>
              <a:ext uri="{FF2B5EF4-FFF2-40B4-BE49-F238E27FC236}">
                <a16:creationId xmlns:a16="http://schemas.microsoft.com/office/drawing/2014/main" id="{6521513C-476C-C89B-82F7-973B3E9D270E}"/>
              </a:ext>
            </a:extLst>
          </p:cNvPr>
          <p:cNvPicPr>
            <a:picLocks noGrp="1"/>
          </p:cNvPicPr>
          <p:nvPr>
            <p:ph idx="1"/>
          </p:nvPr>
        </p:nvPicPr>
        <p:blipFill>
          <a:blip r:embed="rId3"/>
          <a:srcRect/>
          <a:stretch>
            <a:fillRect/>
          </a:stretch>
        </p:blipFill>
        <p:spPr>
          <a:xfrm>
            <a:off x="7018952" y="314631"/>
            <a:ext cx="4573280" cy="2644879"/>
          </a:xfrm>
          <a:prstGeom prst="rect">
            <a:avLst/>
          </a:prstGeom>
          <a:ln/>
        </p:spPr>
      </p:pic>
      <p:pic>
        <p:nvPicPr>
          <p:cNvPr id="6" name="image21.png">
            <a:extLst>
              <a:ext uri="{FF2B5EF4-FFF2-40B4-BE49-F238E27FC236}">
                <a16:creationId xmlns:a16="http://schemas.microsoft.com/office/drawing/2014/main" id="{07ECB2D7-C5AE-A604-614B-D760BF2CCF38}"/>
              </a:ext>
            </a:extLst>
          </p:cNvPr>
          <p:cNvPicPr/>
          <p:nvPr/>
        </p:nvPicPr>
        <p:blipFill>
          <a:blip r:embed="rId4">
            <a:extLst>
              <a:ext uri="{28A0092B-C50C-407E-A947-70E740481C1C}">
                <a14:useLocalDpi xmlns:a14="http://schemas.microsoft.com/office/drawing/2010/main" val="0"/>
              </a:ext>
            </a:extLst>
          </a:blip>
          <a:srcRect/>
          <a:stretch>
            <a:fillRect/>
          </a:stretch>
        </p:blipFill>
        <p:spPr>
          <a:xfrm>
            <a:off x="838199" y="3429000"/>
            <a:ext cx="6044381" cy="2644878"/>
          </a:xfrm>
          <a:prstGeom prst="rect">
            <a:avLst/>
          </a:prstGeom>
          <a:ln/>
        </p:spPr>
      </p:pic>
      <p:pic>
        <p:nvPicPr>
          <p:cNvPr id="7" name="image9.png">
            <a:extLst>
              <a:ext uri="{FF2B5EF4-FFF2-40B4-BE49-F238E27FC236}">
                <a16:creationId xmlns:a16="http://schemas.microsoft.com/office/drawing/2014/main" id="{6CF62458-29D8-F158-EF2C-EAB43686C743}"/>
              </a:ext>
            </a:extLst>
          </p:cNvPr>
          <p:cNvPicPr/>
          <p:nvPr/>
        </p:nvPicPr>
        <p:blipFill>
          <a:blip r:embed="rId5"/>
          <a:srcRect/>
          <a:stretch>
            <a:fillRect/>
          </a:stretch>
        </p:blipFill>
        <p:spPr>
          <a:xfrm>
            <a:off x="7231779" y="3429000"/>
            <a:ext cx="4360453" cy="2725994"/>
          </a:xfrm>
          <a:prstGeom prst="rect">
            <a:avLst/>
          </a:prstGeom>
          <a:ln/>
        </p:spPr>
      </p:pic>
    </p:spTree>
    <p:extLst>
      <p:ext uri="{BB962C8B-B14F-4D97-AF65-F5344CB8AC3E}">
        <p14:creationId xmlns:p14="http://schemas.microsoft.com/office/powerpoint/2010/main" val="96853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82D01-EB44-2FB4-9EA9-0CB7A904D4CC}"/>
              </a:ext>
            </a:extLst>
          </p:cNvPr>
          <p:cNvSpPr>
            <a:spLocks noGrp="1"/>
          </p:cNvSpPr>
          <p:nvPr>
            <p:ph type="title"/>
          </p:nvPr>
        </p:nvSpPr>
        <p:spPr/>
        <p:txBody>
          <a:bodyPr/>
          <a:lstStyle/>
          <a:p>
            <a:r>
              <a:rPr lang="en-IN" sz="2400" b="1" dirty="0">
                <a:latin typeface="Times New Roman" panose="02020603050405020304" pitchFamily="18" charset="0"/>
                <a:cs typeface="Times New Roman" panose="02020603050405020304" pitchFamily="18" charset="0"/>
              </a:rPr>
              <a:t>Brazilian  Strength  test of Concrete Mixes</a:t>
            </a:r>
            <a:br>
              <a:rPr lang="en-IN" dirty="0"/>
            </a:br>
            <a:endParaRPr lang="en-IN" dirty="0"/>
          </a:p>
        </p:txBody>
      </p:sp>
      <p:graphicFrame>
        <p:nvGraphicFramePr>
          <p:cNvPr id="4" name="Content Placeholder 3">
            <a:extLst>
              <a:ext uri="{FF2B5EF4-FFF2-40B4-BE49-F238E27FC236}">
                <a16:creationId xmlns:a16="http://schemas.microsoft.com/office/drawing/2014/main" id="{DE90EF6F-A4E9-A088-CE44-D620CEB72A1D}"/>
              </a:ext>
            </a:extLst>
          </p:cNvPr>
          <p:cNvGraphicFramePr>
            <a:graphicFrameLocks noGrp="1"/>
          </p:cNvGraphicFramePr>
          <p:nvPr>
            <p:ph idx="1"/>
            <p:extLst>
              <p:ext uri="{D42A27DB-BD31-4B8C-83A1-F6EECF244321}">
                <p14:modId xmlns:p14="http://schemas.microsoft.com/office/powerpoint/2010/main" val="3925479788"/>
              </p:ext>
            </p:extLst>
          </p:nvPr>
        </p:nvGraphicFramePr>
        <p:xfrm>
          <a:off x="914399" y="1376517"/>
          <a:ext cx="10687665" cy="4355690"/>
        </p:xfrm>
        <a:graphic>
          <a:graphicData uri="http://schemas.openxmlformats.org/drawingml/2006/table">
            <a:tbl>
              <a:tblPr>
                <a:tableStyleId>{5C22544A-7EE6-4342-B048-85BDC9FD1C3A}</a:tableStyleId>
              </a:tblPr>
              <a:tblGrid>
                <a:gridCol w="2030407">
                  <a:extLst>
                    <a:ext uri="{9D8B030D-6E8A-4147-A177-3AD203B41FA5}">
                      <a16:colId xmlns:a16="http://schemas.microsoft.com/office/drawing/2014/main" val="774288874"/>
                    </a:ext>
                  </a:extLst>
                </a:gridCol>
                <a:gridCol w="1014010">
                  <a:extLst>
                    <a:ext uri="{9D8B030D-6E8A-4147-A177-3AD203B41FA5}">
                      <a16:colId xmlns:a16="http://schemas.microsoft.com/office/drawing/2014/main" val="230946587"/>
                    </a:ext>
                  </a:extLst>
                </a:gridCol>
                <a:gridCol w="914995">
                  <a:extLst>
                    <a:ext uri="{9D8B030D-6E8A-4147-A177-3AD203B41FA5}">
                      <a16:colId xmlns:a16="http://schemas.microsoft.com/office/drawing/2014/main" val="2986513513"/>
                    </a:ext>
                  </a:extLst>
                </a:gridCol>
                <a:gridCol w="1145234">
                  <a:extLst>
                    <a:ext uri="{9D8B030D-6E8A-4147-A177-3AD203B41FA5}">
                      <a16:colId xmlns:a16="http://schemas.microsoft.com/office/drawing/2014/main" val="4068442879"/>
                    </a:ext>
                  </a:extLst>
                </a:gridCol>
                <a:gridCol w="1145234">
                  <a:extLst>
                    <a:ext uri="{9D8B030D-6E8A-4147-A177-3AD203B41FA5}">
                      <a16:colId xmlns:a16="http://schemas.microsoft.com/office/drawing/2014/main" val="3397566901"/>
                    </a:ext>
                  </a:extLst>
                </a:gridCol>
                <a:gridCol w="1049798">
                  <a:extLst>
                    <a:ext uri="{9D8B030D-6E8A-4147-A177-3AD203B41FA5}">
                      <a16:colId xmlns:a16="http://schemas.microsoft.com/office/drawing/2014/main" val="2150470651"/>
                    </a:ext>
                  </a:extLst>
                </a:gridCol>
                <a:gridCol w="1025940">
                  <a:extLst>
                    <a:ext uri="{9D8B030D-6E8A-4147-A177-3AD203B41FA5}">
                      <a16:colId xmlns:a16="http://schemas.microsoft.com/office/drawing/2014/main" val="3842933071"/>
                    </a:ext>
                  </a:extLst>
                </a:gridCol>
                <a:gridCol w="1336107">
                  <a:extLst>
                    <a:ext uri="{9D8B030D-6E8A-4147-A177-3AD203B41FA5}">
                      <a16:colId xmlns:a16="http://schemas.microsoft.com/office/drawing/2014/main" val="20313530"/>
                    </a:ext>
                  </a:extLst>
                </a:gridCol>
                <a:gridCol w="1025940">
                  <a:extLst>
                    <a:ext uri="{9D8B030D-6E8A-4147-A177-3AD203B41FA5}">
                      <a16:colId xmlns:a16="http://schemas.microsoft.com/office/drawing/2014/main" val="2554696711"/>
                    </a:ext>
                  </a:extLst>
                </a:gridCol>
              </a:tblGrid>
              <a:tr h="381481">
                <a:tc gridSpan="9">
                  <a:txBody>
                    <a:bodyPr/>
                    <a:lstStyle/>
                    <a:p>
                      <a:pPr marL="22860" algn="ctr">
                        <a:spcBef>
                          <a:spcPts val="205"/>
                        </a:spcBef>
                        <a:buNone/>
                      </a:pPr>
                      <a:r>
                        <a:rPr lang="en-IN" sz="2000" dirty="0">
                          <a:effectLst/>
                          <a:latin typeface="Times New Roman" panose="02020603050405020304" pitchFamily="18" charset="0"/>
                          <a:cs typeface="Times New Roman" panose="02020603050405020304" pitchFamily="18" charset="0"/>
                        </a:rPr>
                        <a:t>Brazilian test </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445422634"/>
                  </a:ext>
                </a:extLst>
              </a:tr>
              <a:tr h="407366">
                <a:tc gridSpan="5">
                  <a:txBody>
                    <a:bodyPr/>
                    <a:lstStyle/>
                    <a:p>
                      <a:pPr marL="1511935" algn="l">
                        <a:spcBef>
                          <a:spcPts val="280"/>
                        </a:spcBef>
                        <a:buNone/>
                      </a:pPr>
                      <a:r>
                        <a:rPr lang="en-IN" sz="2000" dirty="0">
                          <a:effectLst/>
                          <a:latin typeface="Times New Roman" panose="02020603050405020304" pitchFamily="18" charset="0"/>
                          <a:cs typeface="Times New Roman" panose="02020603050405020304" pitchFamily="18" charset="0"/>
                        </a:rPr>
                        <a:t>with water</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4">
                  <a:txBody>
                    <a:bodyPr/>
                    <a:lstStyle/>
                    <a:p>
                      <a:pPr marR="64135" algn="ctr">
                        <a:spcBef>
                          <a:spcPts val="280"/>
                        </a:spcBef>
                        <a:buNone/>
                      </a:pPr>
                      <a:r>
                        <a:rPr lang="en-IN" sz="2000">
                          <a:effectLst/>
                          <a:latin typeface="Times New Roman" panose="02020603050405020304" pitchFamily="18" charset="0"/>
                          <a:cs typeface="Times New Roman" panose="02020603050405020304" pitchFamily="18" charset="0"/>
                        </a:rPr>
                        <a:t>with Naoh</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75794091"/>
                  </a:ext>
                </a:extLst>
              </a:tr>
              <a:tr h="1307933">
                <a:tc>
                  <a:txBody>
                    <a:bodyPr/>
                    <a:lstStyle/>
                    <a:p>
                      <a:pPr algn="l">
                        <a:spcBef>
                          <a:spcPts val="20"/>
                        </a:spcBef>
                        <a:buNone/>
                      </a:pPr>
                      <a:r>
                        <a:rPr lang="en-IN" sz="2000" dirty="0">
                          <a:effectLst/>
                          <a:latin typeface="Times New Roman" panose="02020603050405020304" pitchFamily="18" charset="0"/>
                          <a:cs typeface="Times New Roman" panose="02020603050405020304" pitchFamily="18" charset="0"/>
                        </a:rPr>
                        <a:t> </a:t>
                      </a:r>
                    </a:p>
                    <a:p>
                      <a:pPr marL="224790" marR="151130" indent="-46355" algn="l">
                        <a:buNone/>
                      </a:pPr>
                      <a:r>
                        <a:rPr lang="en-IN" sz="2000" dirty="0">
                          <a:effectLst/>
                          <a:latin typeface="Times New Roman" panose="02020603050405020304" pitchFamily="18" charset="0"/>
                          <a:cs typeface="Times New Roman" panose="02020603050405020304" pitchFamily="18" charset="0"/>
                        </a:rPr>
                        <a:t>SAMPLES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Bef>
                          <a:spcPts val="20"/>
                        </a:spcBef>
                        <a:buNone/>
                      </a:pPr>
                      <a:r>
                        <a:rPr lang="en-IN" sz="2000" dirty="0">
                          <a:effectLst/>
                          <a:latin typeface="Times New Roman" panose="02020603050405020304" pitchFamily="18" charset="0"/>
                          <a:cs typeface="Times New Roman" panose="02020603050405020304" pitchFamily="18" charset="0"/>
                        </a:rPr>
                        <a:t> </a:t>
                      </a:r>
                    </a:p>
                    <a:p>
                      <a:pPr marL="102235" marR="66040" indent="-9525" algn="l">
                        <a:buNone/>
                      </a:pPr>
                      <a:r>
                        <a:rPr lang="en-IN" sz="2000" dirty="0">
                          <a:effectLst/>
                          <a:latin typeface="Times New Roman" panose="02020603050405020304" pitchFamily="18" charset="0"/>
                          <a:cs typeface="Times New Roman" panose="02020603050405020304" pitchFamily="18" charset="0"/>
                        </a:rPr>
                        <a:t>7 Days </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ctr">
                        <a:spcBef>
                          <a:spcPts val="710"/>
                        </a:spcBef>
                        <a:buNone/>
                      </a:pPr>
                      <a:r>
                        <a:rPr lang="en-IN" sz="2000" dirty="0">
                          <a:effectLst/>
                          <a:latin typeface="Times New Roman" panose="02020603050405020304" pitchFamily="18" charset="0"/>
                          <a:cs typeface="Times New Roman" panose="02020603050405020304" pitchFamily="18" charset="0"/>
                        </a:rPr>
                        <a:t>14</a:t>
                      </a:r>
                    </a:p>
                    <a:p>
                      <a:pPr marL="24130" algn="ctr">
                        <a:buNone/>
                      </a:pPr>
                      <a:r>
                        <a:rPr lang="en-IN" sz="2000" dirty="0">
                          <a:effectLst/>
                          <a:latin typeface="Times New Roman" panose="02020603050405020304" pitchFamily="18" charset="0"/>
                          <a:cs typeface="Times New Roman" panose="02020603050405020304" pitchFamily="18" charset="0"/>
                        </a:rPr>
                        <a:t>Days </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35" algn="ctr">
                        <a:spcBef>
                          <a:spcPts val="710"/>
                        </a:spcBef>
                        <a:buNone/>
                      </a:pPr>
                      <a:r>
                        <a:rPr lang="en-IN" sz="2000" dirty="0">
                          <a:effectLst/>
                          <a:latin typeface="Times New Roman" panose="02020603050405020304" pitchFamily="18" charset="0"/>
                          <a:cs typeface="Times New Roman" panose="02020603050405020304" pitchFamily="18" charset="0"/>
                        </a:rPr>
                        <a:t>28</a:t>
                      </a:r>
                    </a:p>
                    <a:p>
                      <a:pPr marL="24130" algn="ctr">
                        <a:buNone/>
                      </a:pPr>
                      <a:r>
                        <a:rPr lang="en-IN" sz="2000" dirty="0">
                          <a:effectLst/>
                          <a:latin typeface="Times New Roman" panose="02020603050405020304" pitchFamily="18" charset="0"/>
                          <a:cs typeface="Times New Roman" panose="02020603050405020304" pitchFamily="18" charset="0"/>
                        </a:rPr>
                        <a:t>Days </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marR="635" algn="ctr">
                        <a:spcBef>
                          <a:spcPts val="710"/>
                        </a:spcBef>
                        <a:buNone/>
                      </a:pPr>
                      <a:r>
                        <a:rPr lang="en-IN" sz="2000" dirty="0">
                          <a:effectLst/>
                          <a:latin typeface="Times New Roman" panose="02020603050405020304" pitchFamily="18" charset="0"/>
                          <a:cs typeface="Times New Roman" panose="02020603050405020304" pitchFamily="18" charset="0"/>
                        </a:rPr>
                        <a:t>56</a:t>
                      </a:r>
                    </a:p>
                    <a:p>
                      <a:pPr marL="24130" algn="ctr">
                        <a:buNone/>
                      </a:pPr>
                      <a:r>
                        <a:rPr lang="en-IN" sz="2000" dirty="0">
                          <a:effectLst/>
                          <a:latin typeface="Times New Roman" panose="02020603050405020304" pitchFamily="18" charset="0"/>
                          <a:cs typeface="Times New Roman" panose="02020603050405020304" pitchFamily="18" charset="0"/>
                        </a:rPr>
                        <a:t>Days </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905" algn="ctr">
                        <a:spcBef>
                          <a:spcPts val="20"/>
                        </a:spcBef>
                        <a:buNone/>
                      </a:pPr>
                      <a:r>
                        <a:rPr lang="en-IN" sz="2000">
                          <a:effectLst/>
                          <a:latin typeface="Times New Roman" panose="02020603050405020304" pitchFamily="18" charset="0"/>
                          <a:cs typeface="Times New Roman" panose="02020603050405020304" pitchFamily="18" charset="0"/>
                        </a:rPr>
                        <a:t>7</a:t>
                      </a:r>
                    </a:p>
                    <a:p>
                      <a:pPr marL="17780" algn="ctr">
                        <a:buNone/>
                      </a:pPr>
                      <a:r>
                        <a:rPr lang="en-IN" sz="2000">
                          <a:effectLst/>
                          <a:latin typeface="Times New Roman" panose="02020603050405020304" pitchFamily="18" charset="0"/>
                          <a:cs typeface="Times New Roman" panose="02020603050405020304" pitchFamily="18" charset="0"/>
                        </a:rPr>
                        <a:t>Days </a:t>
                      </a:r>
                    </a:p>
                    <a:p>
                      <a:pPr marL="17780" marR="1905" algn="ctr">
                        <a:buNone/>
                      </a:pPr>
                      <a:r>
                        <a:rPr lang="en-IN"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905" algn="ctr">
                        <a:spcBef>
                          <a:spcPts val="20"/>
                        </a:spcBef>
                        <a:buNone/>
                      </a:pPr>
                      <a:r>
                        <a:rPr lang="en-IN" sz="2000">
                          <a:effectLst/>
                          <a:latin typeface="Times New Roman" panose="02020603050405020304" pitchFamily="18" charset="0"/>
                          <a:cs typeface="Times New Roman" panose="02020603050405020304" pitchFamily="18" charset="0"/>
                        </a:rPr>
                        <a:t>14</a:t>
                      </a:r>
                    </a:p>
                    <a:p>
                      <a:pPr marL="17780" algn="ctr">
                        <a:buNone/>
                      </a:pPr>
                      <a:r>
                        <a:rPr lang="en-IN" sz="2000">
                          <a:effectLst/>
                          <a:latin typeface="Times New Roman" panose="02020603050405020304" pitchFamily="18" charset="0"/>
                          <a:cs typeface="Times New Roman" panose="02020603050405020304" pitchFamily="18" charset="0"/>
                        </a:rPr>
                        <a:t>Days </a:t>
                      </a:r>
                    </a:p>
                    <a:p>
                      <a:pPr marL="17780" marR="1905" algn="ctr">
                        <a:buNone/>
                      </a:pPr>
                      <a:r>
                        <a:rPr lang="en-IN"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Bef>
                          <a:spcPts val="20"/>
                        </a:spcBef>
                        <a:buNone/>
                      </a:pPr>
                      <a:r>
                        <a:rPr lang="en-IN" sz="2000">
                          <a:effectLst/>
                          <a:latin typeface="Times New Roman" panose="02020603050405020304" pitchFamily="18" charset="0"/>
                          <a:cs typeface="Times New Roman" panose="02020603050405020304" pitchFamily="18" charset="0"/>
                        </a:rPr>
                        <a:t> </a:t>
                      </a:r>
                    </a:p>
                    <a:p>
                      <a:pPr marL="149860" marR="83185" indent="-48895" algn="l">
                        <a:buNone/>
                      </a:pPr>
                      <a:r>
                        <a:rPr lang="en-IN" sz="2000">
                          <a:effectLst/>
                          <a:latin typeface="Times New Roman" panose="02020603050405020304" pitchFamily="18" charset="0"/>
                          <a:cs typeface="Times New Roman" panose="02020603050405020304" pitchFamily="18" charset="0"/>
                        </a:rPr>
                        <a:t>28 Days </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905" algn="ctr">
                        <a:spcBef>
                          <a:spcPts val="20"/>
                        </a:spcBef>
                        <a:buNone/>
                      </a:pPr>
                      <a:r>
                        <a:rPr lang="en-IN" sz="2000">
                          <a:effectLst/>
                          <a:latin typeface="Times New Roman" panose="02020603050405020304" pitchFamily="18" charset="0"/>
                          <a:cs typeface="Times New Roman" panose="02020603050405020304" pitchFamily="18" charset="0"/>
                        </a:rPr>
                        <a:t>56</a:t>
                      </a:r>
                    </a:p>
                    <a:p>
                      <a:pPr marL="17780" algn="ctr">
                        <a:buNone/>
                      </a:pPr>
                      <a:r>
                        <a:rPr lang="en-IN" sz="2000">
                          <a:effectLst/>
                          <a:latin typeface="Times New Roman" panose="02020603050405020304" pitchFamily="18" charset="0"/>
                          <a:cs typeface="Times New Roman" panose="02020603050405020304" pitchFamily="18" charset="0"/>
                        </a:rPr>
                        <a:t>Days </a:t>
                      </a:r>
                    </a:p>
                    <a:p>
                      <a:pPr marL="17780" algn="ctr">
                        <a:buNone/>
                      </a:pPr>
                      <a:r>
                        <a:rPr lang="en-IN" sz="2000">
                          <a:effectLst/>
                          <a:latin typeface="Times New Roman" panose="02020603050405020304" pitchFamily="18" charset="0"/>
                          <a:cs typeface="Times New Roman" panose="02020603050405020304" pitchFamily="18" charset="0"/>
                        </a:rPr>
                        <a:t> </a:t>
                      </a:r>
                    </a:p>
                    <a:p>
                      <a:pPr marL="17780" marR="1905" algn="ctr">
                        <a:buNone/>
                      </a:pPr>
                      <a:r>
                        <a:rPr lang="en-IN"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1908994"/>
                  </a:ext>
                </a:extLst>
              </a:tr>
              <a:tr h="489112">
                <a:tc>
                  <a:txBody>
                    <a:bodyPr/>
                    <a:lstStyle/>
                    <a:p>
                      <a:pPr marL="22860" algn="ctr">
                        <a:spcBef>
                          <a:spcPts val="265"/>
                        </a:spcBef>
                        <a:buNone/>
                      </a:pPr>
                      <a:r>
                        <a:rPr lang="en-IN" sz="2000">
                          <a:effectLst/>
                          <a:latin typeface="Times New Roman" panose="02020603050405020304" pitchFamily="18" charset="0"/>
                          <a:cs typeface="Times New Roman" panose="02020603050405020304" pitchFamily="18" charset="0"/>
                        </a:rPr>
                        <a:t>CC</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ctr">
                        <a:spcBef>
                          <a:spcPts val="320"/>
                        </a:spcBef>
                        <a:buNone/>
                      </a:pPr>
                      <a:r>
                        <a:rPr lang="en-IN" sz="2000">
                          <a:effectLst/>
                          <a:latin typeface="Times New Roman" panose="02020603050405020304" pitchFamily="18" charset="0"/>
                          <a:cs typeface="Times New Roman" panose="02020603050405020304" pitchFamily="18" charset="0"/>
                        </a:rPr>
                        <a:t>2.1</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ctr">
                        <a:spcBef>
                          <a:spcPts val="320"/>
                        </a:spcBef>
                        <a:buNone/>
                      </a:pPr>
                      <a:r>
                        <a:rPr lang="en-IN" sz="2000">
                          <a:effectLst/>
                          <a:latin typeface="Times New Roman" panose="02020603050405020304" pitchFamily="18" charset="0"/>
                          <a:cs typeface="Times New Roman" panose="02020603050405020304" pitchFamily="18" charset="0"/>
                        </a:rPr>
                        <a:t>2.4</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ctr">
                        <a:spcBef>
                          <a:spcPts val="320"/>
                        </a:spcBef>
                        <a:buNone/>
                      </a:pPr>
                      <a:r>
                        <a:rPr lang="en-IN" sz="2000">
                          <a:effectLst/>
                          <a:latin typeface="Times New Roman" panose="02020603050405020304" pitchFamily="18" charset="0"/>
                          <a:cs typeface="Times New Roman" panose="02020603050405020304" pitchFamily="18" charset="0"/>
                        </a:rPr>
                        <a:t>2.9</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ctr">
                        <a:spcBef>
                          <a:spcPts val="320"/>
                        </a:spcBef>
                        <a:buNone/>
                      </a:pPr>
                      <a:r>
                        <a:rPr lang="en-IN" sz="2000" dirty="0">
                          <a:effectLst/>
                          <a:latin typeface="Times New Roman" panose="02020603050405020304" pitchFamily="18" charset="0"/>
                          <a:cs typeface="Times New Roman" panose="02020603050405020304" pitchFamily="18" charset="0"/>
                        </a:rPr>
                        <a:t>3.2</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270" algn="ctr">
                        <a:spcBef>
                          <a:spcPts val="625"/>
                        </a:spcBef>
                        <a:buNone/>
                      </a:pPr>
                      <a:r>
                        <a:rPr lang="en-IN" sz="2000" dirty="0">
                          <a:effectLst/>
                          <a:latin typeface="Times New Roman" panose="02020603050405020304" pitchFamily="18" charset="0"/>
                          <a:cs typeface="Times New Roman" panose="02020603050405020304" pitchFamily="18" charset="0"/>
                        </a:rPr>
                        <a:t>2.6</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270" algn="ctr">
                        <a:spcBef>
                          <a:spcPts val="625"/>
                        </a:spcBef>
                        <a:buNone/>
                      </a:pPr>
                      <a:r>
                        <a:rPr lang="en-IN"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6510" algn="ctr">
                        <a:spcBef>
                          <a:spcPts val="625"/>
                        </a:spcBef>
                        <a:buNone/>
                      </a:pPr>
                      <a:r>
                        <a:rPr lang="en-IN" sz="2000">
                          <a:effectLst/>
                          <a:latin typeface="Times New Roman" panose="02020603050405020304" pitchFamily="18" charset="0"/>
                          <a:cs typeface="Times New Roman" panose="02020603050405020304" pitchFamily="18" charset="0"/>
                        </a:rPr>
                        <a:t>3.4</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270" algn="ctr">
                        <a:spcBef>
                          <a:spcPts val="320"/>
                        </a:spcBef>
                        <a:buNone/>
                      </a:pPr>
                      <a:r>
                        <a:rPr lang="en-IN" sz="2000">
                          <a:effectLst/>
                          <a:latin typeface="Times New Roman" panose="02020603050405020304" pitchFamily="18" charset="0"/>
                          <a:cs typeface="Times New Roman" panose="02020603050405020304" pitchFamily="18" charset="0"/>
                        </a:rPr>
                        <a:t>3.7</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3155670"/>
                  </a:ext>
                </a:extLst>
              </a:tr>
              <a:tr h="463227">
                <a:tc>
                  <a:txBody>
                    <a:bodyPr/>
                    <a:lstStyle/>
                    <a:p>
                      <a:pPr marL="22860" algn="ctr">
                        <a:spcBef>
                          <a:spcPts val="200"/>
                        </a:spcBef>
                        <a:buNone/>
                      </a:pPr>
                      <a:r>
                        <a:rPr lang="en-IN" sz="2000">
                          <a:effectLst/>
                          <a:latin typeface="Times New Roman" panose="02020603050405020304" pitchFamily="18" charset="0"/>
                          <a:cs typeface="Times New Roman" panose="02020603050405020304" pitchFamily="18" charset="0"/>
                        </a:rPr>
                        <a:t>QC50</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ctr">
                        <a:spcBef>
                          <a:spcPts val="260"/>
                        </a:spcBef>
                        <a:buNone/>
                      </a:pPr>
                      <a:r>
                        <a:rPr lang="en-IN" sz="2000">
                          <a:effectLst/>
                          <a:latin typeface="Times New Roman" panose="02020603050405020304" pitchFamily="18" charset="0"/>
                          <a:cs typeface="Times New Roman" panose="02020603050405020304" pitchFamily="18" charset="0"/>
                        </a:rPr>
                        <a:t>2.3</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ctr">
                        <a:spcBef>
                          <a:spcPts val="260"/>
                        </a:spcBef>
                        <a:buNone/>
                      </a:pPr>
                      <a:r>
                        <a:rPr lang="en-IN" sz="2000">
                          <a:effectLst/>
                          <a:latin typeface="Times New Roman" panose="02020603050405020304" pitchFamily="18" charset="0"/>
                          <a:cs typeface="Times New Roman" panose="02020603050405020304" pitchFamily="18" charset="0"/>
                        </a:rPr>
                        <a:t>2.6</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ctr">
                        <a:spcBef>
                          <a:spcPts val="260"/>
                        </a:spcBef>
                        <a:buNone/>
                      </a:pPr>
                      <a:r>
                        <a:rPr lang="en-IN" sz="2000" dirty="0">
                          <a:effectLst/>
                          <a:latin typeface="Times New Roman" panose="02020603050405020304" pitchFamily="18" charset="0"/>
                          <a:cs typeface="Times New Roman" panose="02020603050405020304" pitchFamily="18" charset="0"/>
                        </a:rPr>
                        <a:t>3.1</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ctr">
                        <a:spcBef>
                          <a:spcPts val="260"/>
                        </a:spcBef>
                        <a:buNone/>
                      </a:pPr>
                      <a:r>
                        <a:rPr lang="en-IN" sz="2000">
                          <a:effectLst/>
                          <a:latin typeface="Times New Roman" panose="02020603050405020304" pitchFamily="18" charset="0"/>
                          <a:cs typeface="Times New Roman" panose="02020603050405020304" pitchFamily="18" charset="0"/>
                        </a:rPr>
                        <a:t>3.4</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270" algn="ctr">
                        <a:spcBef>
                          <a:spcPts val="260"/>
                        </a:spcBef>
                        <a:buNone/>
                      </a:pPr>
                      <a:r>
                        <a:rPr lang="en-IN" sz="2000" dirty="0">
                          <a:effectLst/>
                          <a:latin typeface="Times New Roman" panose="02020603050405020304" pitchFamily="18" charset="0"/>
                          <a:cs typeface="Times New Roman" panose="02020603050405020304" pitchFamily="18" charset="0"/>
                        </a:rPr>
                        <a:t>2.4</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13995" algn="l">
                        <a:spcBef>
                          <a:spcPts val="260"/>
                        </a:spcBef>
                        <a:buNone/>
                      </a:pPr>
                      <a:r>
                        <a:rPr lang="en-IN" sz="2000" dirty="0">
                          <a:effectLst/>
                          <a:latin typeface="Times New Roman" panose="02020603050405020304" pitchFamily="18" charset="0"/>
                          <a:cs typeface="Times New Roman" panose="02020603050405020304" pitchFamily="18" charset="0"/>
                        </a:rPr>
                        <a:t>2.95</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6510" algn="ctr">
                        <a:spcBef>
                          <a:spcPts val="260"/>
                        </a:spcBef>
                        <a:buNone/>
                      </a:pPr>
                      <a:r>
                        <a:rPr lang="en-IN" sz="2000">
                          <a:effectLst/>
                          <a:latin typeface="Times New Roman" panose="02020603050405020304" pitchFamily="18" charset="0"/>
                          <a:cs typeface="Times New Roman" panose="02020603050405020304" pitchFamily="18" charset="0"/>
                        </a:rPr>
                        <a:t>3.3</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270" algn="ctr">
                        <a:spcBef>
                          <a:spcPts val="260"/>
                        </a:spcBef>
                        <a:buNone/>
                      </a:pPr>
                      <a:r>
                        <a:rPr lang="en-IN" sz="2000">
                          <a:effectLst/>
                          <a:latin typeface="Times New Roman" panose="02020603050405020304" pitchFamily="18" charset="0"/>
                          <a:cs typeface="Times New Roman" panose="02020603050405020304" pitchFamily="18" charset="0"/>
                        </a:rPr>
                        <a:t>3.5</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3657736"/>
                  </a:ext>
                </a:extLst>
              </a:tr>
              <a:tr h="435978">
                <a:tc>
                  <a:txBody>
                    <a:bodyPr/>
                    <a:lstStyle/>
                    <a:p>
                      <a:pPr marL="22860" algn="ctr">
                        <a:spcBef>
                          <a:spcPts val="125"/>
                        </a:spcBef>
                        <a:buNone/>
                      </a:pPr>
                      <a:r>
                        <a:rPr lang="en-IN" sz="2000">
                          <a:effectLst/>
                          <a:latin typeface="Times New Roman" panose="02020603050405020304" pitchFamily="18" charset="0"/>
                          <a:cs typeface="Times New Roman" panose="02020603050405020304" pitchFamily="18" charset="0"/>
                        </a:rPr>
                        <a:t>BC20</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ctr">
                        <a:spcBef>
                          <a:spcPts val="185"/>
                        </a:spcBef>
                        <a:buNone/>
                      </a:pPr>
                      <a:r>
                        <a:rPr lang="en-IN" sz="2000">
                          <a:effectLst/>
                          <a:latin typeface="Times New Roman" panose="02020603050405020304" pitchFamily="18" charset="0"/>
                          <a:cs typeface="Times New Roman" panose="02020603050405020304" pitchFamily="18" charset="0"/>
                        </a:rPr>
                        <a:t>2.5</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ctr">
                        <a:spcBef>
                          <a:spcPts val="185"/>
                        </a:spcBef>
                        <a:buNone/>
                      </a:pPr>
                      <a:r>
                        <a:rPr lang="en-IN" sz="2000">
                          <a:effectLst/>
                          <a:latin typeface="Times New Roman" panose="02020603050405020304" pitchFamily="18" charset="0"/>
                          <a:cs typeface="Times New Roman" panose="02020603050405020304" pitchFamily="18" charset="0"/>
                        </a:rPr>
                        <a:t>2.8</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ctr">
                        <a:spcBef>
                          <a:spcPts val="185"/>
                        </a:spcBef>
                        <a:buNone/>
                      </a:pPr>
                      <a:r>
                        <a:rPr lang="en-IN" sz="2000">
                          <a:effectLst/>
                          <a:latin typeface="Times New Roman" panose="02020603050405020304" pitchFamily="18" charset="0"/>
                          <a:cs typeface="Times New Roman" panose="02020603050405020304" pitchFamily="18" charset="0"/>
                        </a:rPr>
                        <a:t>3.3</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ctr">
                        <a:spcBef>
                          <a:spcPts val="185"/>
                        </a:spcBef>
                        <a:buNone/>
                      </a:pPr>
                      <a:r>
                        <a:rPr lang="en-IN" sz="2000">
                          <a:effectLst/>
                          <a:latin typeface="Times New Roman" panose="02020603050405020304" pitchFamily="18" charset="0"/>
                          <a:cs typeface="Times New Roman" panose="02020603050405020304" pitchFamily="18" charset="0"/>
                        </a:rPr>
                        <a:t>3.7</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270" algn="ctr">
                        <a:spcBef>
                          <a:spcPts val="185"/>
                        </a:spcBef>
                        <a:buNone/>
                      </a:pPr>
                      <a:r>
                        <a:rPr lang="en-IN" sz="2000">
                          <a:effectLst/>
                          <a:latin typeface="Times New Roman" panose="02020603050405020304" pitchFamily="18" charset="0"/>
                          <a:cs typeface="Times New Roman" panose="02020603050405020304" pitchFamily="18" charset="0"/>
                        </a:rPr>
                        <a:t>2.6</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87325" algn="l">
                        <a:spcBef>
                          <a:spcPts val="185"/>
                        </a:spcBef>
                        <a:buNone/>
                      </a:pPr>
                      <a:r>
                        <a:rPr lang="en-IN" sz="2000" dirty="0">
                          <a:effectLst/>
                          <a:latin typeface="Times New Roman" panose="02020603050405020304" pitchFamily="18" charset="0"/>
                          <a:cs typeface="Times New Roman" panose="02020603050405020304" pitchFamily="18" charset="0"/>
                        </a:rPr>
                        <a:t>3.1</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6510" algn="ctr">
                        <a:spcBef>
                          <a:spcPts val="185"/>
                        </a:spcBef>
                        <a:buNone/>
                      </a:pPr>
                      <a:r>
                        <a:rPr lang="en-IN" sz="2000" dirty="0">
                          <a:effectLst/>
                          <a:latin typeface="Times New Roman" panose="02020603050405020304" pitchFamily="18" charset="0"/>
                          <a:cs typeface="Times New Roman" panose="02020603050405020304" pitchFamily="18" charset="0"/>
                        </a:rPr>
                        <a:t>3.5</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270" algn="ctr">
                        <a:spcBef>
                          <a:spcPts val="185"/>
                        </a:spcBef>
                        <a:buNone/>
                      </a:pPr>
                      <a:r>
                        <a:rPr lang="en-IN" sz="2000" dirty="0">
                          <a:effectLst/>
                          <a:latin typeface="Times New Roman" panose="02020603050405020304" pitchFamily="18" charset="0"/>
                          <a:cs typeface="Times New Roman" panose="02020603050405020304" pitchFamily="18" charset="0"/>
                        </a:rPr>
                        <a:t>3.87</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5177402"/>
                  </a:ext>
                </a:extLst>
              </a:tr>
              <a:tr h="435978">
                <a:tc>
                  <a:txBody>
                    <a:bodyPr/>
                    <a:lstStyle/>
                    <a:p>
                      <a:pPr marL="22860" algn="ctr">
                        <a:spcBef>
                          <a:spcPts val="150"/>
                        </a:spcBef>
                        <a:buNone/>
                      </a:pPr>
                      <a:r>
                        <a:rPr lang="en-IN" sz="2000">
                          <a:effectLst/>
                          <a:latin typeface="Times New Roman" panose="02020603050405020304" pitchFamily="18" charset="0"/>
                          <a:cs typeface="Times New Roman" panose="02020603050405020304" pitchFamily="18" charset="0"/>
                        </a:rPr>
                        <a:t>BR2c</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ctr">
                        <a:spcBef>
                          <a:spcPts val="210"/>
                        </a:spcBef>
                        <a:buNone/>
                      </a:pPr>
                      <a:r>
                        <a:rPr lang="en-IN" sz="2000">
                          <a:effectLst/>
                          <a:latin typeface="Times New Roman" panose="02020603050405020304" pitchFamily="18" charset="0"/>
                          <a:cs typeface="Times New Roman" panose="02020603050405020304" pitchFamily="18" charset="0"/>
                        </a:rPr>
                        <a:t>2.6</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ctr">
                        <a:spcBef>
                          <a:spcPts val="210"/>
                        </a:spcBef>
                        <a:buNone/>
                      </a:pPr>
                      <a:r>
                        <a:rPr lang="en-IN" sz="2000">
                          <a:effectLst/>
                          <a:latin typeface="Times New Roman" panose="02020603050405020304" pitchFamily="18" charset="0"/>
                          <a:cs typeface="Times New Roman" panose="02020603050405020304" pitchFamily="18" charset="0"/>
                        </a:rPr>
                        <a:t>2.9</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ctr">
                        <a:spcBef>
                          <a:spcPts val="210"/>
                        </a:spcBef>
                        <a:buNone/>
                      </a:pPr>
                      <a:r>
                        <a:rPr lang="en-IN" sz="2000">
                          <a:effectLst/>
                          <a:latin typeface="Times New Roman" panose="02020603050405020304" pitchFamily="18" charset="0"/>
                          <a:cs typeface="Times New Roman" panose="02020603050405020304" pitchFamily="18" charset="0"/>
                        </a:rPr>
                        <a:t>3.5</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ctr">
                        <a:spcBef>
                          <a:spcPts val="210"/>
                        </a:spcBef>
                        <a:buNone/>
                      </a:pPr>
                      <a:r>
                        <a:rPr lang="en-IN" sz="2000">
                          <a:effectLst/>
                          <a:latin typeface="Times New Roman" panose="02020603050405020304" pitchFamily="18" charset="0"/>
                          <a:cs typeface="Times New Roman" panose="02020603050405020304" pitchFamily="18" charset="0"/>
                        </a:rPr>
                        <a:t>3.8</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270" algn="ctr">
                        <a:spcBef>
                          <a:spcPts val="210"/>
                        </a:spcBef>
                        <a:buNone/>
                      </a:pPr>
                      <a:r>
                        <a:rPr lang="en-IN" sz="2000">
                          <a:effectLst/>
                          <a:latin typeface="Times New Roman" panose="02020603050405020304" pitchFamily="18" charset="0"/>
                          <a:cs typeface="Times New Roman" panose="02020603050405020304" pitchFamily="18" charset="0"/>
                        </a:rPr>
                        <a:t>2.7</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13995" algn="l">
                        <a:spcBef>
                          <a:spcPts val="210"/>
                        </a:spcBef>
                        <a:buNone/>
                      </a:pPr>
                      <a:r>
                        <a:rPr lang="en-IN" sz="2000" dirty="0">
                          <a:effectLst/>
                          <a:latin typeface="Times New Roman" panose="02020603050405020304" pitchFamily="18" charset="0"/>
                          <a:cs typeface="Times New Roman" panose="02020603050405020304" pitchFamily="18" charset="0"/>
                        </a:rPr>
                        <a:t>3.3</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6510" algn="ctr">
                        <a:spcBef>
                          <a:spcPts val="210"/>
                        </a:spcBef>
                        <a:buNone/>
                      </a:pPr>
                      <a:r>
                        <a:rPr lang="en-IN" sz="2000" dirty="0">
                          <a:effectLst/>
                          <a:latin typeface="Times New Roman" panose="02020603050405020304" pitchFamily="18" charset="0"/>
                          <a:cs typeface="Times New Roman" panose="02020603050405020304" pitchFamily="18" charset="0"/>
                        </a:rPr>
                        <a:t>3.6</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270" algn="ctr">
                        <a:spcBef>
                          <a:spcPts val="210"/>
                        </a:spcBef>
                        <a:buNone/>
                      </a:pPr>
                      <a:r>
                        <a:rPr lang="en-IN" sz="2000" dirty="0">
                          <a:effectLst/>
                          <a:latin typeface="Times New Roman" panose="02020603050405020304" pitchFamily="18" charset="0"/>
                          <a:cs typeface="Times New Roman" panose="02020603050405020304" pitchFamily="18" charset="0"/>
                        </a:rPr>
                        <a:t>3.92</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8228102"/>
                  </a:ext>
                </a:extLst>
              </a:tr>
              <a:tr h="434615">
                <a:tc>
                  <a:txBody>
                    <a:bodyPr/>
                    <a:lstStyle/>
                    <a:p>
                      <a:pPr marL="22860" algn="ctr">
                        <a:spcBef>
                          <a:spcPts val="175"/>
                        </a:spcBef>
                        <a:buNone/>
                      </a:pPr>
                      <a:r>
                        <a:rPr lang="en-IN" sz="2000">
                          <a:effectLst/>
                          <a:latin typeface="Times New Roman" panose="02020603050405020304" pitchFamily="18" charset="0"/>
                          <a:cs typeface="Times New Roman" panose="02020603050405020304" pitchFamily="18" charset="0"/>
                        </a:rPr>
                        <a:t>RC40</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ctr">
                        <a:spcBef>
                          <a:spcPts val="235"/>
                        </a:spcBef>
                        <a:buNone/>
                      </a:pPr>
                      <a:r>
                        <a:rPr lang="en-IN" sz="2000">
                          <a:effectLst/>
                          <a:latin typeface="Times New Roman" panose="02020603050405020304" pitchFamily="18" charset="0"/>
                          <a:cs typeface="Times New Roman" panose="02020603050405020304" pitchFamily="18" charset="0"/>
                        </a:rPr>
                        <a:t>2.2</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ctr">
                        <a:spcBef>
                          <a:spcPts val="235"/>
                        </a:spcBef>
                        <a:buNone/>
                      </a:pPr>
                      <a:r>
                        <a:rPr lang="en-IN" sz="2000">
                          <a:effectLst/>
                          <a:latin typeface="Times New Roman" panose="02020603050405020304" pitchFamily="18" charset="0"/>
                          <a:cs typeface="Times New Roman" panose="02020603050405020304" pitchFamily="18" charset="0"/>
                        </a:rPr>
                        <a:t>2.6</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ctr">
                        <a:spcBef>
                          <a:spcPts val="235"/>
                        </a:spcBef>
                        <a:buNone/>
                      </a:pPr>
                      <a:r>
                        <a:rPr lang="en-IN"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 algn="ctr">
                        <a:spcBef>
                          <a:spcPts val="235"/>
                        </a:spcBef>
                        <a:buNone/>
                      </a:pPr>
                      <a:r>
                        <a:rPr lang="en-IN" sz="2000">
                          <a:effectLst/>
                          <a:latin typeface="Times New Roman" panose="02020603050405020304" pitchFamily="18" charset="0"/>
                          <a:cs typeface="Times New Roman" panose="02020603050405020304" pitchFamily="18" charset="0"/>
                        </a:rPr>
                        <a:t>3.3</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270" algn="ctr">
                        <a:spcBef>
                          <a:spcPts val="235"/>
                        </a:spcBef>
                        <a:buNone/>
                      </a:pPr>
                      <a:r>
                        <a:rPr lang="en-IN" sz="2000">
                          <a:effectLst/>
                          <a:latin typeface="Times New Roman" panose="02020603050405020304" pitchFamily="18" charset="0"/>
                          <a:cs typeface="Times New Roman" panose="02020603050405020304" pitchFamily="18" charset="0"/>
                        </a:rPr>
                        <a:t>2.27</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13995" algn="l">
                        <a:spcBef>
                          <a:spcPts val="235"/>
                        </a:spcBef>
                        <a:buNone/>
                      </a:pPr>
                      <a:r>
                        <a:rPr lang="en-IN" sz="2000">
                          <a:effectLst/>
                          <a:latin typeface="Times New Roman" panose="02020603050405020304" pitchFamily="18" charset="0"/>
                          <a:cs typeface="Times New Roman" panose="02020603050405020304" pitchFamily="18" charset="0"/>
                        </a:rPr>
                        <a:t>2.8</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6510" algn="ctr">
                        <a:spcBef>
                          <a:spcPts val="235"/>
                        </a:spcBef>
                        <a:buNone/>
                      </a:pPr>
                      <a:r>
                        <a:rPr lang="en-IN" sz="2000" dirty="0">
                          <a:effectLst/>
                          <a:latin typeface="Times New Roman" panose="02020603050405020304" pitchFamily="18" charset="0"/>
                          <a:cs typeface="Times New Roman" panose="02020603050405020304" pitchFamily="18" charset="0"/>
                        </a:rPr>
                        <a:t>3.5</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270" algn="ctr">
                        <a:spcBef>
                          <a:spcPts val="235"/>
                        </a:spcBef>
                        <a:buNone/>
                      </a:pPr>
                      <a:r>
                        <a:rPr lang="en-IN" sz="2000" dirty="0">
                          <a:effectLst/>
                          <a:latin typeface="Times New Roman" panose="02020603050405020304" pitchFamily="18" charset="0"/>
                          <a:cs typeface="Times New Roman" panose="02020603050405020304" pitchFamily="18" charset="0"/>
                        </a:rPr>
                        <a:t>3.76</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0716310"/>
                  </a:ext>
                </a:extLst>
              </a:tr>
            </a:tbl>
          </a:graphicData>
        </a:graphic>
      </p:graphicFrame>
    </p:spTree>
    <p:extLst>
      <p:ext uri="{BB962C8B-B14F-4D97-AF65-F5344CB8AC3E}">
        <p14:creationId xmlns:p14="http://schemas.microsoft.com/office/powerpoint/2010/main" val="2123306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9.png">
            <a:extLst>
              <a:ext uri="{FF2B5EF4-FFF2-40B4-BE49-F238E27FC236}">
                <a16:creationId xmlns:a16="http://schemas.microsoft.com/office/drawing/2014/main" id="{7722EFD0-EF35-2F93-2EBA-FE5C393FE25F}"/>
              </a:ext>
            </a:extLst>
          </p:cNvPr>
          <p:cNvPicPr>
            <a:picLocks noGrp="1"/>
          </p:cNvPicPr>
          <p:nvPr>
            <p:ph idx="1"/>
          </p:nvPr>
        </p:nvPicPr>
        <p:blipFill>
          <a:blip r:embed="rId2"/>
          <a:srcRect/>
          <a:stretch>
            <a:fillRect/>
          </a:stretch>
        </p:blipFill>
        <p:spPr>
          <a:xfrm>
            <a:off x="1100751" y="784403"/>
            <a:ext cx="4818268" cy="2538899"/>
          </a:xfrm>
          <a:prstGeom prst="rect">
            <a:avLst/>
          </a:prstGeom>
          <a:ln/>
        </p:spPr>
      </p:pic>
      <p:pic>
        <p:nvPicPr>
          <p:cNvPr id="5" name="image5.png">
            <a:extLst>
              <a:ext uri="{FF2B5EF4-FFF2-40B4-BE49-F238E27FC236}">
                <a16:creationId xmlns:a16="http://schemas.microsoft.com/office/drawing/2014/main" id="{FB187CB3-967F-BACC-5657-2B3FF8F430B7}"/>
              </a:ext>
            </a:extLst>
          </p:cNvPr>
          <p:cNvPicPr/>
          <p:nvPr/>
        </p:nvPicPr>
        <p:blipFill>
          <a:blip r:embed="rId3"/>
          <a:srcRect/>
          <a:stretch>
            <a:fillRect/>
          </a:stretch>
        </p:blipFill>
        <p:spPr>
          <a:xfrm>
            <a:off x="6537990" y="784403"/>
            <a:ext cx="4818268" cy="2538899"/>
          </a:xfrm>
          <a:prstGeom prst="rect">
            <a:avLst/>
          </a:prstGeom>
          <a:ln/>
        </p:spPr>
      </p:pic>
      <p:pic>
        <p:nvPicPr>
          <p:cNvPr id="6" name="image16.png">
            <a:extLst>
              <a:ext uri="{FF2B5EF4-FFF2-40B4-BE49-F238E27FC236}">
                <a16:creationId xmlns:a16="http://schemas.microsoft.com/office/drawing/2014/main" id="{1D5102DE-FE1E-3557-E888-65A0F45CB7FA}"/>
              </a:ext>
            </a:extLst>
          </p:cNvPr>
          <p:cNvPicPr/>
          <p:nvPr/>
        </p:nvPicPr>
        <p:blipFill>
          <a:blip r:embed="rId4"/>
          <a:srcRect/>
          <a:stretch>
            <a:fillRect/>
          </a:stretch>
        </p:blipFill>
        <p:spPr>
          <a:xfrm>
            <a:off x="1100750" y="3765755"/>
            <a:ext cx="4818268" cy="2307842"/>
          </a:xfrm>
          <a:prstGeom prst="rect">
            <a:avLst/>
          </a:prstGeom>
          <a:ln/>
        </p:spPr>
      </p:pic>
      <p:pic>
        <p:nvPicPr>
          <p:cNvPr id="7" name="image13.png">
            <a:extLst>
              <a:ext uri="{FF2B5EF4-FFF2-40B4-BE49-F238E27FC236}">
                <a16:creationId xmlns:a16="http://schemas.microsoft.com/office/drawing/2014/main" id="{C89394F3-580F-47B1-5C71-D6B973496F10}"/>
              </a:ext>
            </a:extLst>
          </p:cNvPr>
          <p:cNvPicPr/>
          <p:nvPr/>
        </p:nvPicPr>
        <p:blipFill>
          <a:blip r:embed="rId5"/>
          <a:srcRect/>
          <a:stretch>
            <a:fillRect/>
          </a:stretch>
        </p:blipFill>
        <p:spPr>
          <a:xfrm>
            <a:off x="6537990" y="3805084"/>
            <a:ext cx="4818268" cy="2229184"/>
          </a:xfrm>
          <a:prstGeom prst="rect">
            <a:avLst/>
          </a:prstGeom>
          <a:ln/>
        </p:spPr>
      </p:pic>
    </p:spTree>
    <p:extLst>
      <p:ext uri="{BB962C8B-B14F-4D97-AF65-F5344CB8AC3E}">
        <p14:creationId xmlns:p14="http://schemas.microsoft.com/office/powerpoint/2010/main" val="562843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65B58-A311-532B-1466-8944F1D39450}"/>
              </a:ext>
            </a:extLst>
          </p:cNvPr>
          <p:cNvSpPr>
            <a:spLocks noGrp="1"/>
          </p:cNvSpPr>
          <p:nvPr>
            <p:ph type="title"/>
          </p:nvPr>
        </p:nvSpPr>
        <p:spPr/>
        <p:txBody>
          <a:bodyPr>
            <a:normAutofit/>
          </a:bodyPr>
          <a:lstStyle/>
          <a:p>
            <a:r>
              <a:rPr lang="en-IN" sz="2400" dirty="0">
                <a:latin typeface="Times New Roman" panose="02020603050405020304" pitchFamily="18" charset="0"/>
                <a:cs typeface="Times New Roman" panose="02020603050405020304" pitchFamily="18" charset="0"/>
              </a:rPr>
              <a:t>Bending strength test</a:t>
            </a:r>
          </a:p>
        </p:txBody>
      </p:sp>
      <p:graphicFrame>
        <p:nvGraphicFramePr>
          <p:cNvPr id="4" name="Content Placeholder 3">
            <a:extLst>
              <a:ext uri="{FF2B5EF4-FFF2-40B4-BE49-F238E27FC236}">
                <a16:creationId xmlns:a16="http://schemas.microsoft.com/office/drawing/2014/main" id="{7D323B76-B9A8-7B1B-095A-F69B3CB689D9}"/>
              </a:ext>
            </a:extLst>
          </p:cNvPr>
          <p:cNvGraphicFramePr>
            <a:graphicFrameLocks noGrp="1"/>
          </p:cNvGraphicFramePr>
          <p:nvPr>
            <p:ph idx="1"/>
            <p:extLst>
              <p:ext uri="{D42A27DB-BD31-4B8C-83A1-F6EECF244321}">
                <p14:modId xmlns:p14="http://schemas.microsoft.com/office/powerpoint/2010/main" val="607795935"/>
              </p:ext>
            </p:extLst>
          </p:nvPr>
        </p:nvGraphicFramePr>
        <p:xfrm>
          <a:off x="1199535" y="1690688"/>
          <a:ext cx="10154265" cy="3903864"/>
        </p:xfrm>
        <a:graphic>
          <a:graphicData uri="http://schemas.openxmlformats.org/drawingml/2006/table">
            <a:tbl>
              <a:tblPr>
                <a:tableStyleId>{5C22544A-7EE6-4342-B048-85BDC9FD1C3A}</a:tableStyleId>
              </a:tblPr>
              <a:tblGrid>
                <a:gridCol w="3290407">
                  <a:extLst>
                    <a:ext uri="{9D8B030D-6E8A-4147-A177-3AD203B41FA5}">
                      <a16:colId xmlns:a16="http://schemas.microsoft.com/office/drawing/2014/main" val="2833969653"/>
                    </a:ext>
                  </a:extLst>
                </a:gridCol>
                <a:gridCol w="3431929">
                  <a:extLst>
                    <a:ext uri="{9D8B030D-6E8A-4147-A177-3AD203B41FA5}">
                      <a16:colId xmlns:a16="http://schemas.microsoft.com/office/drawing/2014/main" val="2186221008"/>
                    </a:ext>
                  </a:extLst>
                </a:gridCol>
                <a:gridCol w="3431929">
                  <a:extLst>
                    <a:ext uri="{9D8B030D-6E8A-4147-A177-3AD203B41FA5}">
                      <a16:colId xmlns:a16="http://schemas.microsoft.com/office/drawing/2014/main" val="386440665"/>
                    </a:ext>
                  </a:extLst>
                </a:gridCol>
              </a:tblGrid>
              <a:tr h="751225">
                <a:tc>
                  <a:txBody>
                    <a:bodyPr/>
                    <a:lstStyle/>
                    <a:p>
                      <a:pPr marL="71755" algn="l">
                        <a:spcBef>
                          <a:spcPts val="10"/>
                        </a:spcBef>
                        <a:buNone/>
                      </a:pPr>
                      <a:r>
                        <a:rPr lang="en-IN" sz="1800" dirty="0">
                          <a:effectLst/>
                          <a:latin typeface="Times New Roman" panose="02020603050405020304" pitchFamily="18" charset="0"/>
                          <a:cs typeface="Times New Roman" panose="02020603050405020304" pitchFamily="18" charset="0"/>
                        </a:rPr>
                        <a:t>Samples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71120" algn="l">
                        <a:spcBef>
                          <a:spcPts val="10"/>
                        </a:spcBef>
                        <a:buNone/>
                      </a:pPr>
                      <a:r>
                        <a:rPr lang="en-IN" sz="1800" dirty="0">
                          <a:effectLst/>
                          <a:latin typeface="Times New Roman" panose="02020603050405020304" pitchFamily="18" charset="0"/>
                          <a:cs typeface="Times New Roman" panose="02020603050405020304" pitchFamily="18" charset="0"/>
                        </a:rPr>
                        <a:t>Load</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67945" algn="l">
                        <a:spcBef>
                          <a:spcPts val="10"/>
                        </a:spcBef>
                        <a:buNone/>
                      </a:pPr>
                      <a:r>
                        <a:rPr lang="en-IN" sz="1800">
                          <a:effectLst/>
                          <a:latin typeface="Times New Roman" panose="02020603050405020304" pitchFamily="18" charset="0"/>
                          <a:cs typeface="Times New Roman" panose="02020603050405020304" pitchFamily="18" charset="0"/>
                        </a:rPr>
                        <a:t>Deflection</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88216420"/>
                  </a:ext>
                </a:extLst>
              </a:tr>
              <a:tr h="801306">
                <a:tc>
                  <a:txBody>
                    <a:bodyPr/>
                    <a:lstStyle/>
                    <a:p>
                      <a:pPr marL="71755" algn="l">
                        <a:spcBef>
                          <a:spcPts val="70"/>
                        </a:spcBef>
                        <a:buNone/>
                      </a:pPr>
                      <a:r>
                        <a:rPr lang="en-IN" sz="1800">
                          <a:effectLst/>
                          <a:latin typeface="Times New Roman" panose="02020603050405020304" pitchFamily="18" charset="0"/>
                          <a:cs typeface="Times New Roman" panose="02020603050405020304" pitchFamily="18" charset="0"/>
                        </a:rPr>
                        <a:t>CC</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71120" algn="l">
                        <a:spcBef>
                          <a:spcPts val="70"/>
                        </a:spcBef>
                        <a:buNone/>
                      </a:pPr>
                      <a:r>
                        <a:rPr lang="en-IN" sz="1800" dirty="0">
                          <a:effectLst/>
                          <a:latin typeface="Times New Roman" panose="02020603050405020304" pitchFamily="18" charset="0"/>
                          <a:cs typeface="Times New Roman" panose="02020603050405020304" pitchFamily="18" charset="0"/>
                        </a:rPr>
                        <a:t>275</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67945" algn="l">
                        <a:spcBef>
                          <a:spcPts val="70"/>
                        </a:spcBef>
                        <a:buNone/>
                      </a:pPr>
                      <a:r>
                        <a:rPr lang="en-IN" sz="1800">
                          <a:effectLst/>
                          <a:latin typeface="Times New Roman" panose="02020603050405020304" pitchFamily="18" charset="0"/>
                          <a:cs typeface="Times New Roman" panose="02020603050405020304" pitchFamily="18" charset="0"/>
                        </a:rPr>
                        <a:t>3.2</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41577387"/>
                  </a:ext>
                </a:extLst>
              </a:tr>
              <a:tr h="801306">
                <a:tc>
                  <a:txBody>
                    <a:bodyPr/>
                    <a:lstStyle/>
                    <a:p>
                      <a:pPr marL="71755" algn="l">
                        <a:spcBef>
                          <a:spcPts val="35"/>
                        </a:spcBef>
                        <a:buNone/>
                      </a:pPr>
                      <a:r>
                        <a:rPr lang="en-IN" sz="1800" dirty="0">
                          <a:effectLst/>
                          <a:latin typeface="Times New Roman" panose="02020603050405020304" pitchFamily="18" charset="0"/>
                          <a:cs typeface="Times New Roman" panose="02020603050405020304" pitchFamily="18" charset="0"/>
                        </a:rPr>
                        <a:t>CC(</a:t>
                      </a:r>
                      <a:r>
                        <a:rPr lang="en-IN" sz="1800" dirty="0" err="1">
                          <a:effectLst/>
                          <a:latin typeface="Times New Roman" panose="02020603050405020304" pitchFamily="18" charset="0"/>
                          <a:cs typeface="Times New Roman" panose="02020603050405020304" pitchFamily="18" charset="0"/>
                        </a:rPr>
                        <a:t>Naoh</a:t>
                      </a:r>
                      <a:r>
                        <a:rPr lang="en-IN" sz="1800" dirty="0">
                          <a:effectLst/>
                          <a:latin typeface="Times New Roman" panose="02020603050405020304" pitchFamily="18" charset="0"/>
                          <a:cs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71120" algn="l">
                        <a:spcBef>
                          <a:spcPts val="35"/>
                        </a:spcBef>
                        <a:buNone/>
                      </a:pPr>
                      <a:r>
                        <a:rPr lang="en-IN" sz="1800" dirty="0">
                          <a:effectLst/>
                          <a:latin typeface="Times New Roman" panose="02020603050405020304" pitchFamily="18" charset="0"/>
                          <a:cs typeface="Times New Roman" panose="02020603050405020304" pitchFamily="18" charset="0"/>
                        </a:rPr>
                        <a:t>245</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67945" algn="l">
                        <a:spcBef>
                          <a:spcPts val="35"/>
                        </a:spcBef>
                        <a:buNone/>
                      </a:pPr>
                      <a:r>
                        <a:rPr lang="en-IN" sz="1800" dirty="0">
                          <a:effectLst/>
                          <a:latin typeface="Times New Roman" panose="02020603050405020304" pitchFamily="18" charset="0"/>
                          <a:cs typeface="Times New Roman" panose="02020603050405020304" pitchFamily="18" charset="0"/>
                        </a:rPr>
                        <a:t>2.75</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83684176"/>
                  </a:ext>
                </a:extLst>
              </a:tr>
              <a:tr h="748721">
                <a:tc>
                  <a:txBody>
                    <a:bodyPr/>
                    <a:lstStyle/>
                    <a:p>
                      <a:pPr marL="71755" algn="l">
                        <a:buNone/>
                      </a:pPr>
                      <a:r>
                        <a:rPr lang="en-IN" sz="1800">
                          <a:effectLst/>
                          <a:latin typeface="Times New Roman" panose="02020603050405020304" pitchFamily="18" charset="0"/>
                          <a:cs typeface="Times New Roman" panose="02020603050405020304" pitchFamily="18" charset="0"/>
                        </a:rPr>
                        <a:t>BC20 (Water)</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71120" algn="l">
                        <a:buNone/>
                      </a:pPr>
                      <a:r>
                        <a:rPr lang="en-IN" sz="1800">
                          <a:effectLst/>
                          <a:latin typeface="Times New Roman" panose="02020603050405020304" pitchFamily="18" charset="0"/>
                          <a:cs typeface="Times New Roman" panose="02020603050405020304" pitchFamily="18" charset="0"/>
                        </a:rPr>
                        <a:t>280</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67945" algn="l">
                        <a:buNone/>
                      </a:pPr>
                      <a:r>
                        <a:rPr lang="en-IN" sz="1800" dirty="0">
                          <a:effectLst/>
                          <a:latin typeface="Times New Roman" panose="02020603050405020304" pitchFamily="18" charset="0"/>
                          <a:cs typeface="Times New Roman" panose="02020603050405020304" pitchFamily="18" charset="0"/>
                        </a:rPr>
                        <a:t>3.3</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00203625"/>
                  </a:ext>
                </a:extLst>
              </a:tr>
              <a:tr h="801306">
                <a:tc>
                  <a:txBody>
                    <a:bodyPr/>
                    <a:lstStyle/>
                    <a:p>
                      <a:pPr marL="71755" algn="l">
                        <a:spcBef>
                          <a:spcPts val="55"/>
                        </a:spcBef>
                        <a:buNone/>
                      </a:pPr>
                      <a:r>
                        <a:rPr lang="en-IN" sz="1800">
                          <a:effectLst/>
                          <a:latin typeface="Times New Roman" panose="02020603050405020304" pitchFamily="18" charset="0"/>
                          <a:cs typeface="Times New Roman" panose="02020603050405020304" pitchFamily="18" charset="0"/>
                        </a:rPr>
                        <a:t>BC20 (NaOH)</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71120" algn="l">
                        <a:spcBef>
                          <a:spcPts val="55"/>
                        </a:spcBef>
                        <a:buNone/>
                      </a:pPr>
                      <a:r>
                        <a:rPr lang="en-IN" sz="1800">
                          <a:effectLst/>
                          <a:latin typeface="Times New Roman" panose="02020603050405020304" pitchFamily="18" charset="0"/>
                          <a:cs typeface="Times New Roman" panose="02020603050405020304" pitchFamily="18" charset="0"/>
                        </a:rPr>
                        <a:t>250</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67945" algn="l">
                        <a:spcBef>
                          <a:spcPts val="55"/>
                        </a:spcBef>
                        <a:buNone/>
                      </a:pPr>
                      <a:r>
                        <a:rPr lang="en-IN" sz="1800" dirty="0">
                          <a:effectLst/>
                          <a:latin typeface="Times New Roman" panose="02020603050405020304" pitchFamily="18" charset="0"/>
                          <a:cs typeface="Times New Roman" panose="02020603050405020304" pitchFamily="18" charset="0"/>
                        </a:rPr>
                        <a:t>2.8</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67989492"/>
                  </a:ext>
                </a:extLst>
              </a:tr>
            </a:tbl>
          </a:graphicData>
        </a:graphic>
      </p:graphicFrame>
    </p:spTree>
    <p:extLst>
      <p:ext uri="{BB962C8B-B14F-4D97-AF65-F5344CB8AC3E}">
        <p14:creationId xmlns:p14="http://schemas.microsoft.com/office/powerpoint/2010/main" val="3722970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2F92D39-BB20-6171-0077-AFE49815EBA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3607" y="3769595"/>
            <a:ext cx="5514174" cy="2737341"/>
          </a:xfrm>
          <a:prstGeom prst="rect">
            <a:avLst/>
          </a:prstGeom>
          <a:noFill/>
        </p:spPr>
      </p:pic>
      <p:pic>
        <p:nvPicPr>
          <p:cNvPr id="5" name="Picture 4">
            <a:extLst>
              <a:ext uri="{FF2B5EF4-FFF2-40B4-BE49-F238E27FC236}">
                <a16:creationId xmlns:a16="http://schemas.microsoft.com/office/drawing/2014/main" id="{B6A2A30F-45D1-2743-D34F-4C2B4CC44B4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51264" y="3769595"/>
            <a:ext cx="4481973" cy="2638579"/>
          </a:xfrm>
          <a:prstGeom prst="rect">
            <a:avLst/>
          </a:prstGeom>
          <a:noFill/>
        </p:spPr>
      </p:pic>
      <p:pic>
        <p:nvPicPr>
          <p:cNvPr id="6" name="Picture 5">
            <a:extLst>
              <a:ext uri="{FF2B5EF4-FFF2-40B4-BE49-F238E27FC236}">
                <a16:creationId xmlns:a16="http://schemas.microsoft.com/office/drawing/2014/main" id="{2E3D0761-C687-58A3-58E2-FB47E19385F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63607" y="691659"/>
            <a:ext cx="5514174" cy="2396745"/>
          </a:xfrm>
          <a:prstGeom prst="rect">
            <a:avLst/>
          </a:prstGeom>
          <a:noFill/>
        </p:spPr>
      </p:pic>
      <p:pic>
        <p:nvPicPr>
          <p:cNvPr id="7" name="image7.png">
            <a:extLst>
              <a:ext uri="{FF2B5EF4-FFF2-40B4-BE49-F238E27FC236}">
                <a16:creationId xmlns:a16="http://schemas.microsoft.com/office/drawing/2014/main" id="{9A7E181A-DBD2-8D64-C2A8-2A592DC20300}"/>
              </a:ext>
            </a:extLst>
          </p:cNvPr>
          <p:cNvPicPr/>
          <p:nvPr/>
        </p:nvPicPr>
        <p:blipFill>
          <a:blip r:embed="rId5" cstate="print">
            <a:extLst>
              <a:ext uri="{28A0092B-C50C-407E-A947-70E740481C1C}">
                <a14:useLocalDpi xmlns:a14="http://schemas.microsoft.com/office/drawing/2010/main" val="0"/>
              </a:ext>
            </a:extLst>
          </a:blip>
          <a:srcRect/>
          <a:stretch>
            <a:fillRect/>
          </a:stretch>
        </p:blipFill>
        <p:spPr>
          <a:xfrm>
            <a:off x="7205815" y="691659"/>
            <a:ext cx="4396249" cy="2396745"/>
          </a:xfrm>
          <a:prstGeom prst="rect">
            <a:avLst/>
          </a:prstGeom>
          <a:ln/>
        </p:spPr>
      </p:pic>
    </p:spTree>
    <p:extLst>
      <p:ext uri="{BB962C8B-B14F-4D97-AF65-F5344CB8AC3E}">
        <p14:creationId xmlns:p14="http://schemas.microsoft.com/office/powerpoint/2010/main" val="4011479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3.png">
            <a:extLst>
              <a:ext uri="{FF2B5EF4-FFF2-40B4-BE49-F238E27FC236}">
                <a16:creationId xmlns:a16="http://schemas.microsoft.com/office/drawing/2014/main" id="{81442B48-C0F4-0D3F-1053-F8E3F65FF7DE}"/>
              </a:ext>
            </a:extLst>
          </p:cNvPr>
          <p:cNvPicPr>
            <a:picLocks noGrp="1"/>
          </p:cNvPicPr>
          <p:nvPr>
            <p:ph idx="1"/>
          </p:nvPr>
        </p:nvPicPr>
        <p:blipFill>
          <a:blip r:embed="rId2"/>
          <a:srcRect/>
          <a:stretch>
            <a:fillRect/>
          </a:stretch>
        </p:blipFill>
        <p:spPr>
          <a:xfrm>
            <a:off x="1054330" y="764433"/>
            <a:ext cx="4471398" cy="2785012"/>
          </a:xfrm>
          <a:prstGeom prst="rect">
            <a:avLst/>
          </a:prstGeom>
          <a:ln/>
        </p:spPr>
      </p:pic>
      <p:pic>
        <p:nvPicPr>
          <p:cNvPr id="5" name="Picture 4">
            <a:extLst>
              <a:ext uri="{FF2B5EF4-FFF2-40B4-BE49-F238E27FC236}">
                <a16:creationId xmlns:a16="http://schemas.microsoft.com/office/drawing/2014/main" id="{FD52ECDE-06D5-20E4-FCB0-0108F9360B5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00621" y="764433"/>
            <a:ext cx="5322785" cy="2853838"/>
          </a:xfrm>
          <a:prstGeom prst="rect">
            <a:avLst/>
          </a:prstGeom>
          <a:noFill/>
        </p:spPr>
      </p:pic>
      <p:pic>
        <p:nvPicPr>
          <p:cNvPr id="6" name="Picture 5">
            <a:extLst>
              <a:ext uri="{FF2B5EF4-FFF2-40B4-BE49-F238E27FC236}">
                <a16:creationId xmlns:a16="http://schemas.microsoft.com/office/drawing/2014/main" id="{59C709F9-9334-1F90-41D6-576641466B9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4331" y="3962400"/>
            <a:ext cx="4471398" cy="2418736"/>
          </a:xfrm>
          <a:prstGeom prst="rect">
            <a:avLst/>
          </a:prstGeom>
          <a:noFill/>
        </p:spPr>
      </p:pic>
      <p:pic>
        <p:nvPicPr>
          <p:cNvPr id="7" name="image1.png">
            <a:extLst>
              <a:ext uri="{FF2B5EF4-FFF2-40B4-BE49-F238E27FC236}">
                <a16:creationId xmlns:a16="http://schemas.microsoft.com/office/drawing/2014/main" id="{98427736-50D4-1FFC-B7F5-F6A3576B3E09}"/>
              </a:ext>
            </a:extLst>
          </p:cNvPr>
          <p:cNvPicPr/>
          <p:nvPr/>
        </p:nvPicPr>
        <p:blipFill>
          <a:blip r:embed="rId5"/>
          <a:srcRect/>
          <a:stretch>
            <a:fillRect/>
          </a:stretch>
        </p:blipFill>
        <p:spPr>
          <a:xfrm>
            <a:off x="6274168" y="3962400"/>
            <a:ext cx="5170580" cy="2320413"/>
          </a:xfrm>
          <a:prstGeom prst="rect">
            <a:avLst/>
          </a:prstGeom>
          <a:ln/>
        </p:spPr>
      </p:pic>
    </p:spTree>
    <p:extLst>
      <p:ext uri="{BB962C8B-B14F-4D97-AF65-F5344CB8AC3E}">
        <p14:creationId xmlns:p14="http://schemas.microsoft.com/office/powerpoint/2010/main" val="3500895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66003-6A1F-0217-292D-A36837271683}"/>
              </a:ext>
            </a:extLst>
          </p:cNvPr>
          <p:cNvSpPr>
            <a:spLocks noGrp="1"/>
          </p:cNvSpPr>
          <p:nvPr>
            <p:ph type="title"/>
          </p:nvPr>
        </p:nvSpPr>
        <p:spPr/>
        <p:txBody>
          <a:bodyPr/>
          <a:lstStyle/>
          <a:p>
            <a:r>
              <a:rPr lang="en-IN" b="1" dirty="0"/>
              <a:t>Conclusion:   </a:t>
            </a:r>
            <a:br>
              <a:rPr lang="en-IN" b="1" dirty="0"/>
            </a:br>
            <a:endParaRPr lang="en-IN" dirty="0"/>
          </a:p>
        </p:txBody>
      </p:sp>
      <p:sp>
        <p:nvSpPr>
          <p:cNvPr id="3" name="Content Placeholder 2">
            <a:extLst>
              <a:ext uri="{FF2B5EF4-FFF2-40B4-BE49-F238E27FC236}">
                <a16:creationId xmlns:a16="http://schemas.microsoft.com/office/drawing/2014/main" id="{850240CD-18C9-585F-04EC-7A7514A89F68}"/>
              </a:ext>
            </a:extLst>
          </p:cNvPr>
          <p:cNvSpPr>
            <a:spLocks noGrp="1"/>
          </p:cNvSpPr>
          <p:nvPr>
            <p:ph idx="1"/>
          </p:nvPr>
        </p:nvSpPr>
        <p:spPr>
          <a:xfrm>
            <a:off x="838200" y="1130710"/>
            <a:ext cx="10586884" cy="5046253"/>
          </a:xfrm>
        </p:spPr>
        <p:txBody>
          <a:bodyPr>
            <a:normAutofit fontScale="70000" lnSpcReduction="20000"/>
          </a:bodyPr>
          <a:lstStyle/>
          <a:p>
            <a:pPr marL="0" indent="0">
              <a:buNone/>
            </a:pPr>
            <a:endParaRPr lang="en-IN" b="1" dirty="0"/>
          </a:p>
          <a:p>
            <a:r>
              <a:rPr lang="en-IN" b="1" dirty="0"/>
              <a:t>  Based on the outcomes of the experimental investigation, the following conclusions are drawn:</a:t>
            </a:r>
          </a:p>
          <a:p>
            <a:pPr lvl="0"/>
            <a:r>
              <a:rPr lang="en-IN" dirty="0"/>
              <a:t>The Partial substitute of cement with BA and RHA, along with the substitution of manufactured sand by Pulverized rock, is both practical and effective in M30 grade concrete.</a:t>
            </a:r>
          </a:p>
          <a:p>
            <a:pPr lvl="0"/>
            <a:r>
              <a:rPr lang="en-IN" dirty="0"/>
              <a:t>The best performance was achieved with concrete mixes incorporating 20–30% BA, 10–15% RHA, and Pulverized rock as a substitute for river sand.</a:t>
            </a:r>
          </a:p>
          <a:p>
            <a:pPr lvl="0"/>
            <a:r>
              <a:rPr lang="en-IN" dirty="0"/>
              <a:t>At these optimal levels, the modified concrete exhibited equal or improved compressive, Brazilian test, and bending strength compared to conventional concrete.</a:t>
            </a:r>
          </a:p>
          <a:p>
            <a:pPr lvl="0"/>
            <a:r>
              <a:rPr lang="en-IN" dirty="0"/>
              <a:t>Non-destructive testing further validated the structural quality of the modified mixes, showing improvements in surface hardness, material density, and internal homogeneity.</a:t>
            </a:r>
          </a:p>
          <a:p>
            <a:pPr lvl="0"/>
            <a:r>
              <a:rPr lang="en-IN" dirty="0"/>
              <a:t>The integration of BA, RHA, and Pulverized rock not only conserves natural resources and reduces environmental strain but also supports the development of durable and high-performance concrete.</a:t>
            </a:r>
          </a:p>
          <a:p>
            <a:r>
              <a:rPr lang="en-IN" dirty="0"/>
              <a:t> Overall, this study reinforces the potential of using agricultural and industrial by-products as sustainable substitutes in concrete production, aligning structural performance with environmental responsibility</a:t>
            </a:r>
          </a:p>
        </p:txBody>
      </p:sp>
    </p:spTree>
    <p:extLst>
      <p:ext uri="{BB962C8B-B14F-4D97-AF65-F5344CB8AC3E}">
        <p14:creationId xmlns:p14="http://schemas.microsoft.com/office/powerpoint/2010/main" val="1518570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EE593-575C-0D94-1E93-FDC7026CD960}"/>
              </a:ext>
            </a:extLst>
          </p:cNvPr>
          <p:cNvSpPr>
            <a:spLocks noGrp="1"/>
          </p:cNvSpPr>
          <p:nvPr>
            <p:ph type="title"/>
          </p:nvPr>
        </p:nvSpPr>
        <p:spPr/>
        <p:txBody>
          <a:bodyPr/>
          <a:lstStyle/>
          <a:p>
            <a:r>
              <a:rPr lang="en-IN" b="1" dirty="0"/>
              <a:t>References:</a:t>
            </a:r>
            <a:br>
              <a:rPr lang="en-IN" dirty="0"/>
            </a:br>
            <a:endParaRPr lang="en-IN" dirty="0"/>
          </a:p>
        </p:txBody>
      </p:sp>
      <p:sp>
        <p:nvSpPr>
          <p:cNvPr id="3" name="Content Placeholder 2">
            <a:extLst>
              <a:ext uri="{FF2B5EF4-FFF2-40B4-BE49-F238E27FC236}">
                <a16:creationId xmlns:a16="http://schemas.microsoft.com/office/drawing/2014/main" id="{6D6202B2-39B3-43DC-C5AD-C9BA5EBB1D57}"/>
              </a:ext>
            </a:extLst>
          </p:cNvPr>
          <p:cNvSpPr>
            <a:spLocks noGrp="1"/>
          </p:cNvSpPr>
          <p:nvPr>
            <p:ph idx="1"/>
          </p:nvPr>
        </p:nvSpPr>
        <p:spPr>
          <a:xfrm>
            <a:off x="838199" y="1238864"/>
            <a:ext cx="10714703" cy="5004619"/>
          </a:xfrm>
        </p:spPr>
        <p:txBody>
          <a:bodyPr>
            <a:normAutofit fontScale="70000" lnSpcReduction="20000"/>
          </a:bodyPr>
          <a:lstStyle/>
          <a:p>
            <a:r>
              <a:rPr lang="en-IN" dirty="0"/>
              <a:t>1) Rajkumar, R., Ezhumalai, G., &amp; </a:t>
            </a:r>
            <a:r>
              <a:rPr lang="en-IN" dirty="0" err="1"/>
              <a:t>Gnanadesigan</a:t>
            </a:r>
            <a:r>
              <a:rPr lang="en-IN" dirty="0"/>
              <a:t>, M. (2021). A green approach for the synthesis of silver nanoparticles by </a:t>
            </a:r>
            <a:r>
              <a:rPr lang="en-IN" i="1" dirty="0"/>
              <a:t>Chlorella vulgaris</a:t>
            </a:r>
            <a:r>
              <a:rPr lang="en-IN" dirty="0"/>
              <a:t> and its application in photocatalytic dye degradation activity. </a:t>
            </a:r>
            <a:r>
              <a:rPr lang="en-IN" i="1" dirty="0"/>
              <a:t>Environmental Technology &amp; Innovation, 21</a:t>
            </a:r>
            <a:r>
              <a:rPr lang="en-IN" dirty="0"/>
              <a:t>, 101282. https://doi.org/10.1016/j.eti.2020.101282</a:t>
            </a:r>
          </a:p>
          <a:p>
            <a:r>
              <a:rPr lang="en-IN" dirty="0"/>
              <a:t>2) Ridgley, K. E., </a:t>
            </a:r>
            <a:r>
              <a:rPr lang="en-IN" dirty="0" err="1"/>
              <a:t>Abouhussien</a:t>
            </a:r>
            <a:r>
              <a:rPr lang="en-IN" dirty="0"/>
              <a:t>, A. A., Hassan, A. A. A., &amp; Colbourne, B. (2018). Assessing abrasion performance of self-consolidating concrete containing synthetic </a:t>
            </a:r>
            <a:r>
              <a:rPr lang="en-IN" dirty="0" err="1"/>
              <a:t>fibers</a:t>
            </a:r>
            <a:r>
              <a:rPr lang="en-IN" dirty="0"/>
              <a:t> using acoustic emission analysis. </a:t>
            </a:r>
            <a:r>
              <a:rPr lang="en-IN" i="1" dirty="0"/>
              <a:t>Materials and Structures, 51</a:t>
            </a:r>
            <a:r>
              <a:rPr lang="en-IN" dirty="0"/>
              <a:t>(5), 119. https://doi.org/10.1617/s11527-018-1247-3</a:t>
            </a:r>
          </a:p>
          <a:p>
            <a:r>
              <a:rPr lang="en-IN" dirty="0"/>
              <a:t>3) P. K. Akarsh, G. O. Ganesh, S. Marathe, and R. Rai, “Incorporation of Sugarcane Bagasse Ash to investigate the mechanical </a:t>
            </a:r>
            <a:r>
              <a:rPr lang="en-IN" dirty="0" err="1"/>
              <a:t>behavior</a:t>
            </a:r>
            <a:r>
              <a:rPr lang="en-IN" dirty="0"/>
              <a:t> of Stone Mastic Asphalt,” </a:t>
            </a:r>
            <a:r>
              <a:rPr lang="en-IN" i="1" dirty="0"/>
              <a:t>Constr. Build. Mater.</a:t>
            </a:r>
            <a:r>
              <a:rPr lang="en-IN" dirty="0"/>
              <a:t>, vol. 353, p. 129089, Oct. 2022, </a:t>
            </a:r>
            <a:r>
              <a:rPr lang="en-IN" dirty="0" err="1"/>
              <a:t>doi</a:t>
            </a:r>
            <a:r>
              <a:rPr lang="en-IN" dirty="0"/>
              <a:t>: 10.1016/j.conbuildmat.2022.129089.</a:t>
            </a:r>
          </a:p>
          <a:p>
            <a:r>
              <a:rPr lang="en-IN" dirty="0"/>
              <a:t>4) Hakeem, I. Y., Amin, M., Agwa, I. S., Rizk, M. S., &amp; </a:t>
            </a:r>
            <a:r>
              <a:rPr lang="en-IN" dirty="0" err="1"/>
              <a:t>Abdelmagied</a:t>
            </a:r>
            <a:r>
              <a:rPr lang="en-IN" dirty="0"/>
              <a:t>, M. F. (2023). Effect of using sugarcane leaf ash and granite dust as partial replacements for cement on characteristics of ultra-high performance concrete. </a:t>
            </a:r>
            <a:r>
              <a:rPr lang="en-IN" i="1" dirty="0"/>
              <a:t>Case Studies in Construction Materials, 19</a:t>
            </a:r>
            <a:r>
              <a:rPr lang="en-IN" dirty="0"/>
              <a:t>, e02266. https://doi.org/10.1016/j.cscm.2023.e02266</a:t>
            </a:r>
          </a:p>
          <a:p>
            <a:r>
              <a:rPr lang="en-IN" dirty="0"/>
              <a:t>5) J. </a:t>
            </a:r>
            <a:r>
              <a:rPr lang="en-IN" dirty="0" err="1"/>
              <a:t>A.Adebola</a:t>
            </a:r>
            <a:r>
              <a:rPr lang="en-IN" dirty="0"/>
              <a:t>, C. M. </a:t>
            </a:r>
            <a:r>
              <a:rPr lang="en-IN" dirty="0" err="1"/>
              <a:t>Ikumapayi</a:t>
            </a:r>
            <a:r>
              <a:rPr lang="en-IN" dirty="0"/>
              <a:t>, and C. Arum, “Effectiveness of Rice Husk and Sugarcane Bagasse Ashes Blended Cement in Improving Properties of Concrete,” J. Mater. Sci. Chem. Eng., vol. 11, no. 08, pp. 1–19, 2023, </a:t>
            </a:r>
            <a:r>
              <a:rPr lang="en-IN" dirty="0" err="1"/>
              <a:t>doi</a:t>
            </a:r>
            <a:r>
              <a:rPr lang="en-IN" dirty="0"/>
              <a:t>: 10.4236/msce.2023.118001. </a:t>
            </a:r>
          </a:p>
          <a:p>
            <a:r>
              <a:rPr lang="en-IN" dirty="0"/>
              <a:t>6)K. </a:t>
            </a:r>
            <a:r>
              <a:rPr lang="en-IN" dirty="0" err="1"/>
              <a:t>Gedela</a:t>
            </a:r>
            <a:r>
              <a:rPr lang="en-IN" dirty="0"/>
              <a:t> Santhosh, S. M. Subhani, and A. </a:t>
            </a:r>
            <a:r>
              <a:rPr lang="en-IN" dirty="0" err="1"/>
              <a:t>Bahurudeen</a:t>
            </a:r>
            <a:r>
              <a:rPr lang="en-IN" dirty="0"/>
              <a:t>, “An investigation on the effectiveness of quarry dust and sugarcane bagasse ash in Na-based alkali-activated binder,” Mater. Today Proc., p. S2214785323016012, Apr. 2023, </a:t>
            </a:r>
            <a:r>
              <a:rPr lang="en-IN" dirty="0" err="1"/>
              <a:t>doi</a:t>
            </a:r>
            <a:r>
              <a:rPr lang="en-IN" dirty="0"/>
              <a:t>: 10.1016/j.matpr.2023.03.53</a:t>
            </a:r>
          </a:p>
          <a:p>
            <a:endParaRPr lang="en-IN" dirty="0"/>
          </a:p>
        </p:txBody>
      </p:sp>
    </p:spTree>
    <p:extLst>
      <p:ext uri="{BB962C8B-B14F-4D97-AF65-F5344CB8AC3E}">
        <p14:creationId xmlns:p14="http://schemas.microsoft.com/office/powerpoint/2010/main" val="34284388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1257</Words>
  <Application>Microsoft Office PowerPoint</Application>
  <PresentationFormat>Widescreen</PresentationFormat>
  <Paragraphs>213</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AN EXPERIMENTAL STUDY ON CONCRETE   BY PARTIAL REPLACEMENT WITH BAGASSE ASH, RICE HUSK ASH AND STONE DUST </vt:lpstr>
      <vt:lpstr>                                      CONTENTS</vt:lpstr>
      <vt:lpstr>                                            ABSTRACT </vt:lpstr>
      <vt:lpstr>                             INTRODUCTION </vt:lpstr>
      <vt:lpstr>                              LITERATURE REVIEW</vt:lpstr>
      <vt:lpstr>PowerPoint Presentation</vt:lpstr>
      <vt:lpstr>Methodology </vt:lpstr>
      <vt:lpstr>TABLE:        Concrete load bearing capacity with replacement of manufactured sand with quarry dust, cement with BA &amp; rice husk with different percentages</vt:lpstr>
      <vt:lpstr>PowerPoint Presentation</vt:lpstr>
      <vt:lpstr>Brazilian  Strength  test of Concrete Mixes </vt:lpstr>
      <vt:lpstr>PowerPoint Presentation</vt:lpstr>
      <vt:lpstr>Bending strength test</vt:lpstr>
      <vt:lpstr>PowerPoint Presentation</vt:lpstr>
      <vt:lpstr>PowerPoint Presentation</vt:lpstr>
      <vt:lpstr>Conclusion: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RAMS AKKI</dc:creator>
  <cp:lastModifiedBy>RAMS AKKI</cp:lastModifiedBy>
  <cp:revision>2</cp:revision>
  <dcterms:created xsi:type="dcterms:W3CDTF">2025-10-30T14:38:30Z</dcterms:created>
  <dcterms:modified xsi:type="dcterms:W3CDTF">2025-10-30T15:38:58Z</dcterms:modified>
</cp:coreProperties>
</file>